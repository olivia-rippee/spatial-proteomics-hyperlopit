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3" r:id="rId2"/>
    <p:sldId id="264" r:id="rId3"/>
    <p:sldId id="280" r:id="rId4"/>
    <p:sldId id="278" r:id="rId5"/>
    <p:sldId id="270" r:id="rId6"/>
    <p:sldId id="281" r:id="rId7"/>
    <p:sldId id="272" r:id="rId8"/>
    <p:sldId id="273" r:id="rId9"/>
    <p:sldId id="274" r:id="rId10"/>
    <p:sldId id="275" r:id="rId11"/>
    <p:sldId id="276" r:id="rId12"/>
    <p:sldId id="277" r:id="rId13"/>
    <p:sldId id="283" r:id="rId14"/>
    <p:sldId id="282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3BDD"/>
    <a:srgbClr val="00F9FF"/>
    <a:srgbClr val="C900A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57"/>
    <p:restoredTop sz="77070" autoAdjust="0"/>
  </p:normalViewPr>
  <p:slideViewPr>
    <p:cSldViewPr snapToGrid="0">
      <p:cViewPr varScale="1">
        <p:scale>
          <a:sx n="85" d="100"/>
          <a:sy n="85" d="100"/>
        </p:scale>
        <p:origin x="18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a Rippee" userId="af7d865e-fcb0-4d64-ac8d-443260c6711b" providerId="ADAL" clId="{E9B99A3B-0AD4-4FB7-9FD0-DF874920BE8A}"/>
    <pc:docChg chg="undo custSel addSld delSld modSld sldOrd">
      <pc:chgData name="Olivia Rippee" userId="af7d865e-fcb0-4d64-ac8d-443260c6711b" providerId="ADAL" clId="{E9B99A3B-0AD4-4FB7-9FD0-DF874920BE8A}" dt="2024-03-08T17:07:30.646" v="8273" actId="20577"/>
      <pc:docMkLst>
        <pc:docMk/>
      </pc:docMkLst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540063697" sldId="259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546868621" sldId="260"/>
        </pc:sldMkLst>
      </pc:sldChg>
      <pc:sldChg chg="addSp delSp modSp add del mod">
        <pc:chgData name="Olivia Rippee" userId="af7d865e-fcb0-4d64-ac8d-443260c6711b" providerId="ADAL" clId="{E9B99A3B-0AD4-4FB7-9FD0-DF874920BE8A}" dt="2024-03-04T20:19:08.029" v="103" actId="2696"/>
        <pc:sldMkLst>
          <pc:docMk/>
          <pc:sldMk cId="910061364" sldId="263"/>
        </pc:sldMkLst>
        <pc:spChg chg="mod">
          <ac:chgData name="Olivia Rippee" userId="af7d865e-fcb0-4d64-ac8d-443260c6711b" providerId="ADAL" clId="{E9B99A3B-0AD4-4FB7-9FD0-DF874920BE8A}" dt="2024-03-04T20:18:43.983" v="92" actId="120"/>
          <ac:spMkLst>
            <pc:docMk/>
            <pc:sldMk cId="910061364" sldId="263"/>
            <ac:spMk id="2" creationId="{00000000-0000-0000-0000-000000000000}"/>
          </ac:spMkLst>
        </pc:spChg>
        <pc:spChg chg="mod">
          <ac:chgData name="Olivia Rippee" userId="af7d865e-fcb0-4d64-ac8d-443260c6711b" providerId="ADAL" clId="{E9B99A3B-0AD4-4FB7-9FD0-DF874920BE8A}" dt="2024-03-04T20:18:36.873" v="88" actId="1076"/>
          <ac:spMkLst>
            <pc:docMk/>
            <pc:sldMk cId="910061364" sldId="263"/>
            <ac:spMk id="3" creationId="{00000000-0000-0000-0000-000000000000}"/>
          </ac:spMkLst>
        </pc:spChg>
        <pc:spChg chg="del mod">
          <ac:chgData name="Olivia Rippee" userId="af7d865e-fcb0-4d64-ac8d-443260c6711b" providerId="ADAL" clId="{E9B99A3B-0AD4-4FB7-9FD0-DF874920BE8A}" dt="2024-03-04T20:18:28.408" v="86" actId="478"/>
          <ac:spMkLst>
            <pc:docMk/>
            <pc:sldMk cId="910061364" sldId="263"/>
            <ac:spMk id="4" creationId="{00000000-0000-0000-0000-000000000000}"/>
          </ac:spMkLst>
        </pc:spChg>
        <pc:spChg chg="add mod">
          <ac:chgData name="Olivia Rippee" userId="af7d865e-fcb0-4d64-ac8d-443260c6711b" providerId="ADAL" clId="{E9B99A3B-0AD4-4FB7-9FD0-DF874920BE8A}" dt="2024-03-04T20:18:47.619" v="93" actId="1076"/>
          <ac:spMkLst>
            <pc:docMk/>
            <pc:sldMk cId="910061364" sldId="263"/>
            <ac:spMk id="5" creationId="{40BDE8F7-66CB-A1FD-96F8-F57882E90AD5}"/>
          </ac:spMkLst>
        </pc:spChg>
        <pc:spChg chg="add mod">
          <ac:chgData name="Olivia Rippee" userId="af7d865e-fcb0-4d64-ac8d-443260c6711b" providerId="ADAL" clId="{E9B99A3B-0AD4-4FB7-9FD0-DF874920BE8A}" dt="2024-03-04T20:16:21.554" v="46" actId="571"/>
          <ac:spMkLst>
            <pc:docMk/>
            <pc:sldMk cId="910061364" sldId="263"/>
            <ac:spMk id="6" creationId="{EB2AD29F-9929-8B14-B1E3-26587F06AFE4}"/>
          </ac:spMkLst>
        </pc:spChg>
      </pc:sldChg>
      <pc:sldChg chg="addSp delSp modSp mod delAnim modAnim modNotesTx">
        <pc:chgData name="Olivia Rippee" userId="af7d865e-fcb0-4d64-ac8d-443260c6711b" providerId="ADAL" clId="{E9B99A3B-0AD4-4FB7-9FD0-DF874920BE8A}" dt="2024-03-07T23:23:30.403" v="8184" actId="1076"/>
        <pc:sldMkLst>
          <pc:docMk/>
          <pc:sldMk cId="4045173591" sldId="264"/>
        </pc:sldMkLst>
        <pc:spChg chg="mod">
          <ac:chgData name="Olivia Rippee" userId="af7d865e-fcb0-4d64-ac8d-443260c6711b" providerId="ADAL" clId="{E9B99A3B-0AD4-4FB7-9FD0-DF874920BE8A}" dt="2024-03-07T23:23:30.403" v="8184" actId="1076"/>
          <ac:spMkLst>
            <pc:docMk/>
            <pc:sldMk cId="4045173591" sldId="264"/>
            <ac:spMk id="2" creationId="{345EF16B-CF0A-5402-0A9E-E29D66C9D0FD}"/>
          </ac:spMkLst>
        </pc:spChg>
        <pc:spChg chg="mod">
          <ac:chgData name="Olivia Rippee" userId="af7d865e-fcb0-4d64-ac8d-443260c6711b" providerId="ADAL" clId="{E9B99A3B-0AD4-4FB7-9FD0-DF874920BE8A}" dt="2024-03-06T22:49:28.223" v="1628" actId="1035"/>
          <ac:spMkLst>
            <pc:docMk/>
            <pc:sldMk cId="4045173591" sldId="264"/>
            <ac:spMk id="3" creationId="{00000000-0000-0000-0000-000000000000}"/>
          </ac:spMkLst>
        </pc:spChg>
        <pc:picChg chg="del">
          <ac:chgData name="Olivia Rippee" userId="af7d865e-fcb0-4d64-ac8d-443260c6711b" providerId="ADAL" clId="{E9B99A3B-0AD4-4FB7-9FD0-DF874920BE8A}" dt="2024-03-04T20:19:29.630" v="106" actId="478"/>
          <ac:picMkLst>
            <pc:docMk/>
            <pc:sldMk cId="4045173591" sldId="264"/>
            <ac:picMk id="4" creationId="{90CA1054-AB67-1C5C-290F-98C4EB7D17F2}"/>
          </ac:picMkLst>
        </pc:picChg>
        <pc:picChg chg="add mod modCrop">
          <ac:chgData name="Olivia Rippee" userId="af7d865e-fcb0-4d64-ac8d-443260c6711b" providerId="ADAL" clId="{E9B99A3B-0AD4-4FB7-9FD0-DF874920BE8A}" dt="2024-03-07T23:23:18.682" v="8183" actId="1076"/>
          <ac:picMkLst>
            <pc:docMk/>
            <pc:sldMk cId="4045173591" sldId="264"/>
            <ac:picMk id="5" creationId="{4D513FF5-08D4-277D-E81B-134F437A447F}"/>
          </ac:picMkLst>
        </pc:picChg>
        <pc:picChg chg="del">
          <ac:chgData name="Olivia Rippee" userId="af7d865e-fcb0-4d64-ac8d-443260c6711b" providerId="ADAL" clId="{E9B99A3B-0AD4-4FB7-9FD0-DF874920BE8A}" dt="2024-03-04T20:19:29.302" v="105" actId="478"/>
          <ac:picMkLst>
            <pc:docMk/>
            <pc:sldMk cId="4045173591" sldId="264"/>
            <ac:picMk id="5" creationId="{F3E179ED-5054-7A35-26BD-1F788C8B3FC9}"/>
          </ac:picMkLst>
        </pc:picChg>
        <pc:picChg chg="add mod">
          <ac:chgData name="Olivia Rippee" userId="af7d865e-fcb0-4d64-ac8d-443260c6711b" providerId="ADAL" clId="{E9B99A3B-0AD4-4FB7-9FD0-DF874920BE8A}" dt="2024-03-07T22:28:02.726" v="5822" actId="1076"/>
          <ac:picMkLst>
            <pc:docMk/>
            <pc:sldMk cId="4045173591" sldId="264"/>
            <ac:picMk id="6" creationId="{6503DF00-9333-9F66-06F5-0CE114400E1B}"/>
          </ac:picMkLst>
        </pc:picChg>
        <pc:picChg chg="add mod">
          <ac:chgData name="Olivia Rippee" userId="af7d865e-fcb0-4d64-ac8d-443260c6711b" providerId="ADAL" clId="{E9B99A3B-0AD4-4FB7-9FD0-DF874920BE8A}" dt="2024-03-07T22:27:57.048" v="5820" actId="1076"/>
          <ac:picMkLst>
            <pc:docMk/>
            <pc:sldMk cId="4045173591" sldId="264"/>
            <ac:picMk id="8" creationId="{A7E7007F-BB41-F47B-4C03-546429B2B371}"/>
          </ac:picMkLst>
        </pc:picChg>
        <pc:cxnChg chg="add mod">
          <ac:chgData name="Olivia Rippee" userId="af7d865e-fcb0-4d64-ac8d-443260c6711b" providerId="ADAL" clId="{E9B99A3B-0AD4-4FB7-9FD0-DF874920BE8A}" dt="2024-03-07T22:28:00.935" v="5821" actId="1076"/>
          <ac:cxnSpMkLst>
            <pc:docMk/>
            <pc:sldMk cId="4045173591" sldId="264"/>
            <ac:cxnSpMk id="10" creationId="{51A01250-8850-B095-0B1C-B9467D8F8014}"/>
          </ac:cxnSpMkLst>
        </pc:cxnChg>
      </pc:sldChg>
      <pc:sldChg chg="addSp delSp modSp add mod modAnim">
        <pc:chgData name="Olivia Rippee" userId="af7d865e-fcb0-4d64-ac8d-443260c6711b" providerId="ADAL" clId="{E9B99A3B-0AD4-4FB7-9FD0-DF874920BE8A}" dt="2024-03-08T16:40:47.689" v="8217" actId="1076"/>
        <pc:sldMkLst>
          <pc:docMk/>
          <pc:sldMk cId="720833760" sldId="265"/>
        </pc:sldMkLst>
        <pc:spChg chg="mod">
          <ac:chgData name="Olivia Rippee" userId="af7d865e-fcb0-4d64-ac8d-443260c6711b" providerId="ADAL" clId="{E9B99A3B-0AD4-4FB7-9FD0-DF874920BE8A}" dt="2024-03-08T16:40:47.689" v="8217" actId="1076"/>
          <ac:spMkLst>
            <pc:docMk/>
            <pc:sldMk cId="720833760" sldId="265"/>
            <ac:spMk id="2" creationId="{345EF16B-CF0A-5402-0A9E-E29D66C9D0FD}"/>
          </ac:spMkLst>
        </pc:spChg>
        <pc:spChg chg="mod">
          <ac:chgData name="Olivia Rippee" userId="af7d865e-fcb0-4d64-ac8d-443260c6711b" providerId="ADAL" clId="{E9B99A3B-0AD4-4FB7-9FD0-DF874920BE8A}" dt="2024-03-06T22:49:33.809" v="1632" actId="20577"/>
          <ac:spMkLst>
            <pc:docMk/>
            <pc:sldMk cId="720833760" sldId="265"/>
            <ac:spMk id="3" creationId="{00000000-0000-0000-0000-000000000000}"/>
          </ac:spMkLst>
        </pc:spChg>
        <pc:picChg chg="add mod modCrop">
          <ac:chgData name="Olivia Rippee" userId="af7d865e-fcb0-4d64-ac8d-443260c6711b" providerId="ADAL" clId="{E9B99A3B-0AD4-4FB7-9FD0-DF874920BE8A}" dt="2024-03-06T23:10:04.587" v="1801" actId="1076"/>
          <ac:picMkLst>
            <pc:docMk/>
            <pc:sldMk cId="720833760" sldId="265"/>
            <ac:picMk id="5" creationId="{2A3303AD-E6C0-E2A4-1AC8-70E73D4B8106}"/>
          </ac:picMkLst>
        </pc:picChg>
        <pc:picChg chg="add del mod">
          <ac:chgData name="Olivia Rippee" userId="af7d865e-fcb0-4d64-ac8d-443260c6711b" providerId="ADAL" clId="{E9B99A3B-0AD4-4FB7-9FD0-DF874920BE8A}" dt="2024-03-06T23:02:50.507" v="1759" actId="21"/>
          <ac:picMkLst>
            <pc:docMk/>
            <pc:sldMk cId="720833760" sldId="265"/>
            <ac:picMk id="7" creationId="{CCA6F65C-D339-31B3-413B-29F1A01F0049}"/>
          </ac:picMkLst>
        </pc:picChg>
        <pc:picChg chg="add mod">
          <ac:chgData name="Olivia Rippee" userId="af7d865e-fcb0-4d64-ac8d-443260c6711b" providerId="ADAL" clId="{E9B99A3B-0AD4-4FB7-9FD0-DF874920BE8A}" dt="2024-03-06T23:10:00.623" v="1800" actId="1076"/>
          <ac:picMkLst>
            <pc:docMk/>
            <pc:sldMk cId="720833760" sldId="265"/>
            <ac:picMk id="9" creationId="{C390D41A-800D-8C4C-B3D0-4C6A29EA15C6}"/>
          </ac:picMkLst>
        </pc:picChg>
      </pc:sldChg>
      <pc:sldChg chg="modSp add mod modAnim">
        <pc:chgData name="Olivia Rippee" userId="af7d865e-fcb0-4d64-ac8d-443260c6711b" providerId="ADAL" clId="{E9B99A3B-0AD4-4FB7-9FD0-DF874920BE8A}" dt="2024-03-08T16:46:18.981" v="8269" actId="20577"/>
        <pc:sldMkLst>
          <pc:docMk/>
          <pc:sldMk cId="671396855" sldId="266"/>
        </pc:sldMkLst>
        <pc:spChg chg="mod">
          <ac:chgData name="Olivia Rippee" userId="af7d865e-fcb0-4d64-ac8d-443260c6711b" providerId="ADAL" clId="{E9B99A3B-0AD4-4FB7-9FD0-DF874920BE8A}" dt="2024-03-08T16:46:18.981" v="8269" actId="20577"/>
          <ac:spMkLst>
            <pc:docMk/>
            <pc:sldMk cId="671396855" sldId="266"/>
            <ac:spMk id="2" creationId="{345EF16B-CF0A-5402-0A9E-E29D66C9D0FD}"/>
          </ac:spMkLst>
        </pc:spChg>
        <pc:spChg chg="mod">
          <ac:chgData name="Olivia Rippee" userId="af7d865e-fcb0-4d64-ac8d-443260c6711b" providerId="ADAL" clId="{E9B99A3B-0AD4-4FB7-9FD0-DF874920BE8A}" dt="2024-03-06T22:49:50.809" v="1641" actId="1036"/>
          <ac:spMkLst>
            <pc:docMk/>
            <pc:sldMk cId="671396855" sldId="266"/>
            <ac:spMk id="3" creationId="{00000000-0000-0000-0000-000000000000}"/>
          </ac:spMkLst>
        </pc:spChg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693051918" sldId="266"/>
        </pc:sldMkLst>
      </pc:sldChg>
      <pc:sldChg chg="addSp modSp add mod modAnim">
        <pc:chgData name="Olivia Rippee" userId="af7d865e-fcb0-4d64-ac8d-443260c6711b" providerId="ADAL" clId="{E9B99A3B-0AD4-4FB7-9FD0-DF874920BE8A}" dt="2024-03-07T23:16:09.569" v="8170"/>
        <pc:sldMkLst>
          <pc:docMk/>
          <pc:sldMk cId="3800710279" sldId="267"/>
        </pc:sldMkLst>
        <pc:spChg chg="mod">
          <ac:chgData name="Olivia Rippee" userId="af7d865e-fcb0-4d64-ac8d-443260c6711b" providerId="ADAL" clId="{E9B99A3B-0AD4-4FB7-9FD0-DF874920BE8A}" dt="2024-03-07T23:15:34.715" v="8163" actId="1076"/>
          <ac:spMkLst>
            <pc:docMk/>
            <pc:sldMk cId="3800710279" sldId="267"/>
            <ac:spMk id="2" creationId="{345EF16B-CF0A-5402-0A9E-E29D66C9D0FD}"/>
          </ac:spMkLst>
        </pc:spChg>
        <pc:spChg chg="mod">
          <ac:chgData name="Olivia Rippee" userId="af7d865e-fcb0-4d64-ac8d-443260c6711b" providerId="ADAL" clId="{E9B99A3B-0AD4-4FB7-9FD0-DF874920BE8A}" dt="2024-03-07T16:46:30.565" v="2828" actId="20577"/>
          <ac:spMkLst>
            <pc:docMk/>
            <pc:sldMk cId="3800710279" sldId="267"/>
            <ac:spMk id="3" creationId="{00000000-0000-0000-0000-000000000000}"/>
          </ac:spMkLst>
        </pc:spChg>
        <pc:picChg chg="add mod">
          <ac:chgData name="Olivia Rippee" userId="af7d865e-fcb0-4d64-ac8d-443260c6711b" providerId="ADAL" clId="{E9B99A3B-0AD4-4FB7-9FD0-DF874920BE8A}" dt="2024-03-07T23:15:39.152" v="8164" actId="1076"/>
          <ac:picMkLst>
            <pc:docMk/>
            <pc:sldMk cId="3800710279" sldId="267"/>
            <ac:picMk id="5" creationId="{48B0F515-9E14-6E49-5FD6-060AACF801E4}"/>
          </ac:picMkLst>
        </pc:picChg>
      </pc:sldChg>
      <pc:sldChg chg="addSp delSp modSp add mod modAnim modNotesTx">
        <pc:chgData name="Olivia Rippee" userId="af7d865e-fcb0-4d64-ac8d-443260c6711b" providerId="ADAL" clId="{E9B99A3B-0AD4-4FB7-9FD0-DF874920BE8A}" dt="2024-03-08T17:02:45.805" v="8272" actId="1076"/>
        <pc:sldMkLst>
          <pc:docMk/>
          <pc:sldMk cId="4089367803" sldId="268"/>
        </pc:sldMkLst>
        <pc:spChg chg="add del mod">
          <ac:chgData name="Olivia Rippee" userId="af7d865e-fcb0-4d64-ac8d-443260c6711b" providerId="ADAL" clId="{E9B99A3B-0AD4-4FB7-9FD0-DF874920BE8A}" dt="2024-03-08T17:02:45.805" v="8272" actId="1076"/>
          <ac:spMkLst>
            <pc:docMk/>
            <pc:sldMk cId="4089367803" sldId="268"/>
            <ac:spMk id="2" creationId="{345EF16B-CF0A-5402-0A9E-E29D66C9D0FD}"/>
          </ac:spMkLst>
        </pc:spChg>
        <pc:spChg chg="mod">
          <ac:chgData name="Olivia Rippee" userId="af7d865e-fcb0-4d64-ac8d-443260c6711b" providerId="ADAL" clId="{E9B99A3B-0AD4-4FB7-9FD0-DF874920BE8A}" dt="2024-03-07T20:46:55.455" v="5029" actId="20577"/>
          <ac:spMkLst>
            <pc:docMk/>
            <pc:sldMk cId="4089367803" sldId="268"/>
            <ac:spMk id="3" creationId="{00000000-0000-0000-0000-000000000000}"/>
          </ac:spMkLst>
        </pc:spChg>
      </pc:sldChg>
      <pc:sldChg chg="addSp modSp add mod ord">
        <pc:chgData name="Olivia Rippee" userId="af7d865e-fcb0-4d64-ac8d-443260c6711b" providerId="ADAL" clId="{E9B99A3B-0AD4-4FB7-9FD0-DF874920BE8A}" dt="2024-03-08T16:41:36.184" v="8222" actId="1076"/>
        <pc:sldMkLst>
          <pc:docMk/>
          <pc:sldMk cId="1713495004" sldId="269"/>
        </pc:sldMkLst>
        <pc:spChg chg="mod">
          <ac:chgData name="Olivia Rippee" userId="af7d865e-fcb0-4d64-ac8d-443260c6711b" providerId="ADAL" clId="{E9B99A3B-0AD4-4FB7-9FD0-DF874920BE8A}" dt="2024-03-08T16:41:36.184" v="8222" actId="1076"/>
          <ac:spMkLst>
            <pc:docMk/>
            <pc:sldMk cId="1713495004" sldId="269"/>
            <ac:spMk id="2" creationId="{345EF16B-CF0A-5402-0A9E-E29D66C9D0FD}"/>
          </ac:spMkLst>
        </pc:spChg>
        <pc:spChg chg="mod">
          <ac:chgData name="Olivia Rippee" userId="af7d865e-fcb0-4d64-ac8d-443260c6711b" providerId="ADAL" clId="{E9B99A3B-0AD4-4FB7-9FD0-DF874920BE8A}" dt="2024-03-06T22:53:19.605" v="1709" actId="20577"/>
          <ac:spMkLst>
            <pc:docMk/>
            <pc:sldMk cId="1713495004" sldId="269"/>
            <ac:spMk id="3" creationId="{00000000-0000-0000-0000-000000000000}"/>
          </ac:spMkLst>
        </pc:spChg>
        <pc:picChg chg="add mod">
          <ac:chgData name="Olivia Rippee" userId="af7d865e-fcb0-4d64-ac8d-443260c6711b" providerId="ADAL" clId="{E9B99A3B-0AD4-4FB7-9FD0-DF874920BE8A}" dt="2024-03-06T22:51:00.049" v="1661" actId="14100"/>
          <ac:picMkLst>
            <pc:docMk/>
            <pc:sldMk cId="1713495004" sldId="269"/>
            <ac:picMk id="5" creationId="{7084250E-9DA2-699D-029F-42C7C79DD058}"/>
          </ac:picMkLst>
        </pc:picChg>
      </pc:sldChg>
      <pc:sldChg chg="addSp delSp modSp add mod delAnim modAnim">
        <pc:chgData name="Olivia Rippee" userId="af7d865e-fcb0-4d64-ac8d-443260c6711b" providerId="ADAL" clId="{E9B99A3B-0AD4-4FB7-9FD0-DF874920BE8A}" dt="2024-03-07T23:25:56.676" v="8188" actId="20577"/>
        <pc:sldMkLst>
          <pc:docMk/>
          <pc:sldMk cId="2886242987" sldId="270"/>
        </pc:sldMkLst>
        <pc:spChg chg="mod">
          <ac:chgData name="Olivia Rippee" userId="af7d865e-fcb0-4d64-ac8d-443260c6711b" providerId="ADAL" clId="{E9B99A3B-0AD4-4FB7-9FD0-DF874920BE8A}" dt="2024-03-07T23:25:56.676" v="8188" actId="20577"/>
          <ac:spMkLst>
            <pc:docMk/>
            <pc:sldMk cId="2886242987" sldId="270"/>
            <ac:spMk id="2" creationId="{345EF16B-CF0A-5402-0A9E-E29D66C9D0FD}"/>
          </ac:spMkLst>
        </pc:spChg>
        <pc:spChg chg="mod">
          <ac:chgData name="Olivia Rippee" userId="af7d865e-fcb0-4d64-ac8d-443260c6711b" providerId="ADAL" clId="{E9B99A3B-0AD4-4FB7-9FD0-DF874920BE8A}" dt="2024-03-07T22:39:01.319" v="6454" actId="20577"/>
          <ac:spMkLst>
            <pc:docMk/>
            <pc:sldMk cId="2886242987" sldId="270"/>
            <ac:spMk id="3" creationId="{00000000-0000-0000-0000-000000000000}"/>
          </ac:spMkLst>
        </pc:spChg>
        <pc:picChg chg="add del mod">
          <ac:chgData name="Olivia Rippee" userId="af7d865e-fcb0-4d64-ac8d-443260c6711b" providerId="ADAL" clId="{E9B99A3B-0AD4-4FB7-9FD0-DF874920BE8A}" dt="2024-03-07T22:38:39.913" v="6445" actId="478"/>
          <ac:picMkLst>
            <pc:docMk/>
            <pc:sldMk cId="2886242987" sldId="270"/>
            <ac:picMk id="5" creationId="{146BD397-85DA-1CF1-542D-3019B1DE062A}"/>
          </ac:picMkLst>
        </pc:picChg>
        <pc:picChg chg="del">
          <ac:chgData name="Olivia Rippee" userId="af7d865e-fcb0-4d64-ac8d-443260c6711b" providerId="ADAL" clId="{E9B99A3B-0AD4-4FB7-9FD0-DF874920BE8A}" dt="2024-03-06T23:25:27.399" v="1887" actId="478"/>
          <ac:picMkLst>
            <pc:docMk/>
            <pc:sldMk cId="2886242987" sldId="270"/>
            <ac:picMk id="5" creationId="{4D513FF5-08D4-277D-E81B-134F437A447F}"/>
          </ac:picMkLst>
        </pc:picChg>
        <pc:picChg chg="del">
          <ac:chgData name="Olivia Rippee" userId="af7d865e-fcb0-4d64-ac8d-443260c6711b" providerId="ADAL" clId="{E9B99A3B-0AD4-4FB7-9FD0-DF874920BE8A}" dt="2024-03-06T23:25:25.326" v="1884" actId="478"/>
          <ac:picMkLst>
            <pc:docMk/>
            <pc:sldMk cId="2886242987" sldId="270"/>
            <ac:picMk id="6" creationId="{6503DF00-9333-9F66-06F5-0CE114400E1B}"/>
          </ac:picMkLst>
        </pc:picChg>
        <pc:picChg chg="add mod">
          <ac:chgData name="Olivia Rippee" userId="af7d865e-fcb0-4d64-ac8d-443260c6711b" providerId="ADAL" clId="{E9B99A3B-0AD4-4FB7-9FD0-DF874920BE8A}" dt="2024-03-07T22:38:51.770" v="6448" actId="1076"/>
          <ac:picMkLst>
            <pc:docMk/>
            <pc:sldMk cId="2886242987" sldId="270"/>
            <ac:picMk id="7" creationId="{4A458DBB-222F-6B6B-056F-565A10729553}"/>
          </ac:picMkLst>
        </pc:picChg>
        <pc:picChg chg="del">
          <ac:chgData name="Olivia Rippee" userId="af7d865e-fcb0-4d64-ac8d-443260c6711b" providerId="ADAL" clId="{E9B99A3B-0AD4-4FB7-9FD0-DF874920BE8A}" dt="2024-03-06T23:25:26.130" v="1885" actId="478"/>
          <ac:picMkLst>
            <pc:docMk/>
            <pc:sldMk cId="2886242987" sldId="270"/>
            <ac:picMk id="8" creationId="{A7E7007F-BB41-F47B-4C03-546429B2B371}"/>
          </ac:picMkLst>
        </pc:picChg>
        <pc:cxnChg chg="del">
          <ac:chgData name="Olivia Rippee" userId="af7d865e-fcb0-4d64-ac8d-443260c6711b" providerId="ADAL" clId="{E9B99A3B-0AD4-4FB7-9FD0-DF874920BE8A}" dt="2024-03-06T23:25:26.653" v="1886" actId="478"/>
          <ac:cxnSpMkLst>
            <pc:docMk/>
            <pc:sldMk cId="2886242987" sldId="270"/>
            <ac:cxnSpMk id="10" creationId="{51A01250-8850-B095-0B1C-B9467D8F8014}"/>
          </ac:cxnSpMkLst>
        </pc:cxnChg>
      </pc:sldChg>
      <pc:sldChg chg="addSp delSp modSp add mod ord">
        <pc:chgData name="Olivia Rippee" userId="af7d865e-fcb0-4d64-ac8d-443260c6711b" providerId="ADAL" clId="{E9B99A3B-0AD4-4FB7-9FD0-DF874920BE8A}" dt="2024-03-07T22:52:29.402" v="6867"/>
        <pc:sldMkLst>
          <pc:docMk/>
          <pc:sldMk cId="2122785520" sldId="271"/>
        </pc:sldMkLst>
        <pc:spChg chg="del mod">
          <ac:chgData name="Olivia Rippee" userId="af7d865e-fcb0-4d64-ac8d-443260c6711b" providerId="ADAL" clId="{E9B99A3B-0AD4-4FB7-9FD0-DF874920BE8A}" dt="2024-03-07T16:41:58.671" v="2651"/>
          <ac:spMkLst>
            <pc:docMk/>
            <pc:sldMk cId="2122785520" sldId="271"/>
            <ac:spMk id="2" creationId="{345EF16B-CF0A-5402-0A9E-E29D66C9D0FD}"/>
          </ac:spMkLst>
        </pc:spChg>
        <pc:spChg chg="add mod">
          <ac:chgData name="Olivia Rippee" userId="af7d865e-fcb0-4d64-ac8d-443260c6711b" providerId="ADAL" clId="{E9B99A3B-0AD4-4FB7-9FD0-DF874920BE8A}" dt="2024-03-07T22:52:29.402" v="6867"/>
          <ac:spMkLst>
            <pc:docMk/>
            <pc:sldMk cId="2122785520" sldId="271"/>
            <ac:spMk id="2" creationId="{5476B348-585D-6BE1-6596-FDE41C79CD8B}"/>
          </ac:spMkLst>
        </pc:spChg>
        <pc:spChg chg="mod">
          <ac:chgData name="Olivia Rippee" userId="af7d865e-fcb0-4d64-ac8d-443260c6711b" providerId="ADAL" clId="{E9B99A3B-0AD4-4FB7-9FD0-DF874920BE8A}" dt="2024-03-07T16:41:52.181" v="2646" actId="20577"/>
          <ac:spMkLst>
            <pc:docMk/>
            <pc:sldMk cId="2122785520" sldId="271"/>
            <ac:spMk id="3" creationId="{00000000-0000-0000-0000-000000000000}"/>
          </ac:spMkLst>
        </pc:spChg>
        <pc:spChg chg="add del mod">
          <ac:chgData name="Olivia Rippee" userId="af7d865e-fcb0-4d64-ac8d-443260c6711b" providerId="ADAL" clId="{E9B99A3B-0AD4-4FB7-9FD0-DF874920BE8A}" dt="2024-03-07T22:52:29.182" v="6866" actId="478"/>
          <ac:spMkLst>
            <pc:docMk/>
            <pc:sldMk cId="2122785520" sldId="271"/>
            <ac:spMk id="4" creationId="{6A0D5597-8606-6B81-B377-7C8338B4A595}"/>
          </ac:spMkLst>
        </pc:spChg>
        <pc:picChg chg="del">
          <ac:chgData name="Olivia Rippee" userId="af7d865e-fcb0-4d64-ac8d-443260c6711b" providerId="ADAL" clId="{E9B99A3B-0AD4-4FB7-9FD0-DF874920BE8A}" dt="2024-03-07T16:41:53.203" v="2647" actId="478"/>
          <ac:picMkLst>
            <pc:docMk/>
            <pc:sldMk cId="2122785520" sldId="271"/>
            <ac:picMk id="5" creationId="{7084250E-9DA2-699D-029F-42C7C79DD058}"/>
          </ac:picMkLst>
        </pc:picChg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18553609" sldId="272"/>
        </pc:sldMkLst>
      </pc:sldChg>
      <pc:sldChg chg="modSp add del mod">
        <pc:chgData name="Olivia Rippee" userId="af7d865e-fcb0-4d64-ac8d-443260c6711b" providerId="ADAL" clId="{E9B99A3B-0AD4-4FB7-9FD0-DF874920BE8A}" dt="2024-03-07T16:46:32.596" v="2829" actId="47"/>
        <pc:sldMkLst>
          <pc:docMk/>
          <pc:sldMk cId="3329979733" sldId="272"/>
        </pc:sldMkLst>
        <pc:spChg chg="mod">
          <ac:chgData name="Olivia Rippee" userId="af7d865e-fcb0-4d64-ac8d-443260c6711b" providerId="ADAL" clId="{E9B99A3B-0AD4-4FB7-9FD0-DF874920BE8A}" dt="2024-03-07T16:43:52.607" v="2754" actId="20577"/>
          <ac:spMkLst>
            <pc:docMk/>
            <pc:sldMk cId="3329979733" sldId="272"/>
            <ac:spMk id="3" creationId="{00000000-0000-0000-0000-000000000000}"/>
          </ac:spMkLst>
        </pc:spChg>
      </pc:sldChg>
      <pc:sldChg chg="modSp add mod ord modAnim modNotesTx">
        <pc:chgData name="Olivia Rippee" userId="af7d865e-fcb0-4d64-ac8d-443260c6711b" providerId="ADAL" clId="{E9B99A3B-0AD4-4FB7-9FD0-DF874920BE8A}" dt="2024-03-08T17:07:30.646" v="8273" actId="20577"/>
        <pc:sldMkLst>
          <pc:docMk/>
          <pc:sldMk cId="1990704509" sldId="273"/>
        </pc:sldMkLst>
        <pc:spChg chg="mod">
          <ac:chgData name="Olivia Rippee" userId="af7d865e-fcb0-4d64-ac8d-443260c6711b" providerId="ADAL" clId="{E9B99A3B-0AD4-4FB7-9FD0-DF874920BE8A}" dt="2024-03-07T16:44:13.290" v="2789" actId="20577"/>
          <ac:spMkLst>
            <pc:docMk/>
            <pc:sldMk cId="1990704509" sldId="273"/>
            <ac:spMk id="3" creationId="{00000000-0000-0000-0000-000000000000}"/>
          </ac:spMkLst>
        </pc:spChg>
        <pc:spChg chg="mod">
          <ac:chgData name="Olivia Rippee" userId="af7d865e-fcb0-4d64-ac8d-443260c6711b" providerId="ADAL" clId="{E9B99A3B-0AD4-4FB7-9FD0-DF874920BE8A}" dt="2024-03-08T17:07:30.646" v="8273" actId="20577"/>
          <ac:spMkLst>
            <pc:docMk/>
            <pc:sldMk cId="1990704509" sldId="273"/>
            <ac:spMk id="4" creationId="{6A0D5597-8606-6B81-B377-7C8338B4A595}"/>
          </ac:spMkLst>
        </pc:spChg>
      </pc:sldChg>
      <pc:sldChg chg="modSp add mod modAnim modNotesTx">
        <pc:chgData name="Olivia Rippee" userId="af7d865e-fcb0-4d64-ac8d-443260c6711b" providerId="ADAL" clId="{E9B99A3B-0AD4-4FB7-9FD0-DF874920BE8A}" dt="2024-03-07T23:08:32.194" v="7785" actId="20577"/>
        <pc:sldMkLst>
          <pc:docMk/>
          <pc:sldMk cId="1536262968" sldId="274"/>
        </pc:sldMkLst>
        <pc:spChg chg="mod">
          <ac:chgData name="Olivia Rippee" userId="af7d865e-fcb0-4d64-ac8d-443260c6711b" providerId="ADAL" clId="{E9B99A3B-0AD4-4FB7-9FD0-DF874920BE8A}" dt="2024-03-07T23:08:32.194" v="7785" actId="20577"/>
          <ac:spMkLst>
            <pc:docMk/>
            <pc:sldMk cId="1536262968" sldId="274"/>
            <ac:spMk id="2" creationId="{345EF16B-CF0A-5402-0A9E-E29D66C9D0FD}"/>
          </ac:spMkLst>
        </pc:spChg>
        <pc:spChg chg="mod">
          <ac:chgData name="Olivia Rippee" userId="af7d865e-fcb0-4d64-ac8d-443260c6711b" providerId="ADAL" clId="{E9B99A3B-0AD4-4FB7-9FD0-DF874920BE8A}" dt="2024-03-07T22:21:37.530" v="5331" actId="20577"/>
          <ac:spMkLst>
            <pc:docMk/>
            <pc:sldMk cId="1536262968" sldId="274"/>
            <ac:spMk id="3" creationId="{00000000-0000-0000-0000-000000000000}"/>
          </ac:spMkLst>
        </pc:spChg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135906390" sldId="275"/>
        </pc:sldMkLst>
      </pc:sldChg>
      <pc:sldChg chg="addSp delSp modSp add mod modAnim">
        <pc:chgData name="Olivia Rippee" userId="af7d865e-fcb0-4d64-ac8d-443260c6711b" providerId="ADAL" clId="{E9B99A3B-0AD4-4FB7-9FD0-DF874920BE8A}" dt="2024-03-07T23:04:35.548" v="7709"/>
        <pc:sldMkLst>
          <pc:docMk/>
          <pc:sldMk cId="1441829396" sldId="275"/>
        </pc:sldMkLst>
        <pc:spChg chg="mod">
          <ac:chgData name="Olivia Rippee" userId="af7d865e-fcb0-4d64-ac8d-443260c6711b" providerId="ADAL" clId="{E9B99A3B-0AD4-4FB7-9FD0-DF874920BE8A}" dt="2024-03-07T22:49:39.850" v="6859" actId="20577"/>
          <ac:spMkLst>
            <pc:docMk/>
            <pc:sldMk cId="1441829396" sldId="275"/>
            <ac:spMk id="3" creationId="{00000000-0000-0000-0000-000000000000}"/>
          </ac:spMkLst>
        </pc:spChg>
        <pc:spChg chg="add del mod">
          <ac:chgData name="Olivia Rippee" userId="af7d865e-fcb0-4d64-ac8d-443260c6711b" providerId="ADAL" clId="{E9B99A3B-0AD4-4FB7-9FD0-DF874920BE8A}" dt="2024-03-07T23:04:09.579" v="7704" actId="948"/>
          <ac:spMkLst>
            <pc:docMk/>
            <pc:sldMk cId="1441829396" sldId="275"/>
            <ac:spMk id="4" creationId="{6A0D5597-8606-6B81-B377-7C8338B4A595}"/>
          </ac:spMkLst>
        </pc:spChg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3792851257" sldId="283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715161608" sldId="284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823658458" sldId="296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656977255" sldId="315"/>
        </pc:sldMkLst>
      </pc:sldChg>
      <pc:sldChg chg="addSp delSp del mod addAnim delAnim">
        <pc:chgData name="Olivia Rippee" userId="af7d865e-fcb0-4d64-ac8d-443260c6711b" providerId="ADAL" clId="{E9B99A3B-0AD4-4FB7-9FD0-DF874920BE8A}" dt="2024-03-04T20:19:26.795" v="104" actId="2696"/>
        <pc:sldMkLst>
          <pc:docMk/>
          <pc:sldMk cId="1053052871" sldId="326"/>
        </pc:sldMkLst>
        <pc:picChg chg="add del">
          <ac:chgData name="Olivia Rippee" userId="af7d865e-fcb0-4d64-ac8d-443260c6711b" providerId="ADAL" clId="{E9B99A3B-0AD4-4FB7-9FD0-DF874920BE8A}" dt="2024-03-04T20:19:06.654" v="100" actId="478"/>
          <ac:picMkLst>
            <pc:docMk/>
            <pc:sldMk cId="1053052871" sldId="326"/>
            <ac:picMk id="7" creationId="{6F977AC4-FB45-74C7-CE11-DC24D2B8FDBB}"/>
          </ac:picMkLst>
        </pc:picChg>
        <pc:picChg chg="add del">
          <ac:chgData name="Olivia Rippee" userId="af7d865e-fcb0-4d64-ac8d-443260c6711b" providerId="ADAL" clId="{E9B99A3B-0AD4-4FB7-9FD0-DF874920BE8A}" dt="2024-03-04T20:19:07.482" v="102" actId="478"/>
          <ac:picMkLst>
            <pc:docMk/>
            <pc:sldMk cId="1053052871" sldId="326"/>
            <ac:picMk id="8" creationId="{42577A64-E905-0118-B4B9-856EA18448F0}"/>
          </ac:picMkLst>
        </pc:picChg>
        <pc:picChg chg="add del">
          <ac:chgData name="Olivia Rippee" userId="af7d865e-fcb0-4d64-ac8d-443260c6711b" providerId="ADAL" clId="{E9B99A3B-0AD4-4FB7-9FD0-DF874920BE8A}" dt="2024-03-04T20:19:07.060" v="101" actId="478"/>
          <ac:picMkLst>
            <pc:docMk/>
            <pc:sldMk cId="1053052871" sldId="326"/>
            <ac:picMk id="9" creationId="{1CD4E01E-FAEB-82B6-3E94-B263A2BA25D3}"/>
          </ac:picMkLst>
        </pc:picChg>
        <pc:picChg chg="add del">
          <ac:chgData name="Olivia Rippee" userId="af7d865e-fcb0-4d64-ac8d-443260c6711b" providerId="ADAL" clId="{E9B99A3B-0AD4-4FB7-9FD0-DF874920BE8A}" dt="2024-03-04T20:19:06.420" v="99" actId="478"/>
          <ac:picMkLst>
            <pc:docMk/>
            <pc:sldMk cId="1053052871" sldId="326"/>
            <ac:picMk id="10" creationId="{A20F9AA2-31FB-7928-D494-3199D186FF27}"/>
          </ac:picMkLst>
        </pc:picChg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723829397" sldId="327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09929284" sldId="328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232702544" sldId="329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651612757" sldId="330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932672196" sldId="331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74667737" sldId="332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781376256" sldId="333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680522329" sldId="334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378078876" sldId="335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610510097" sldId="336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362454148" sldId="338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312421577" sldId="339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355968284" sldId="342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3468018497" sldId="343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936836480" sldId="344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262778452" sldId="345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677902510" sldId="346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997160674" sldId="349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740886281" sldId="350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3468221501" sldId="351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4116102959" sldId="353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352095268" sldId="354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982422413" sldId="355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4017031041" sldId="359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496314455" sldId="360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799934116" sldId="361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018369150" sldId="362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395105446" sldId="363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2330624907" sldId="364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3475607521" sldId="365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1243681080" sldId="366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497518559" sldId="367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758130771" sldId="368"/>
        </pc:sldMkLst>
      </pc:sldChg>
      <pc:sldChg chg="add del">
        <pc:chgData name="Olivia Rippee" userId="af7d865e-fcb0-4d64-ac8d-443260c6711b" providerId="ADAL" clId="{E9B99A3B-0AD4-4FB7-9FD0-DF874920BE8A}" dt="2024-03-04T20:19:26.795" v="104" actId="2696"/>
        <pc:sldMkLst>
          <pc:docMk/>
          <pc:sldMk cId="3771823449" sldId="369"/>
        </pc:sldMkLst>
      </pc:sldChg>
      <pc:sldMasterChg chg="addSldLayout delSldLayout">
        <pc:chgData name="Olivia Rippee" userId="af7d865e-fcb0-4d64-ac8d-443260c6711b" providerId="ADAL" clId="{E9B99A3B-0AD4-4FB7-9FD0-DF874920BE8A}" dt="2024-03-04T20:19:08.029" v="103" actId="2696"/>
        <pc:sldMasterMkLst>
          <pc:docMk/>
          <pc:sldMasterMk cId="2475812832" sldId="2147483648"/>
        </pc:sldMasterMkLst>
        <pc:sldLayoutChg chg="add del">
          <pc:chgData name="Olivia Rippee" userId="af7d865e-fcb0-4d64-ac8d-443260c6711b" providerId="ADAL" clId="{E9B99A3B-0AD4-4FB7-9FD0-DF874920BE8A}" dt="2024-03-04T20:19:08.029" v="103" actId="2696"/>
          <pc:sldLayoutMkLst>
            <pc:docMk/>
            <pc:sldMasterMk cId="2475812832" sldId="2147483648"/>
            <pc:sldLayoutMk cId="3809899277" sldId="2147483660"/>
          </pc:sldLayoutMkLst>
        </pc:sldLayoutChg>
      </pc:sldMasterChg>
    </pc:docChg>
  </pc:docChgLst>
  <pc:docChgLst>
    <pc:chgData name="Olivia Rippee" userId="af7d865e-fcb0-4d64-ac8d-443260c6711b" providerId="ADAL" clId="{B8468A94-30B0-4B69-8FC5-F2AEB0978E46}"/>
    <pc:docChg chg="modSld">
      <pc:chgData name="Olivia Rippee" userId="af7d865e-fcb0-4d64-ac8d-443260c6711b" providerId="ADAL" clId="{B8468A94-30B0-4B69-8FC5-F2AEB0978E46}" dt="2025-01-08T19:45:01.158" v="0" actId="27309"/>
      <pc:docMkLst>
        <pc:docMk/>
      </pc:docMkLst>
      <pc:sldChg chg="addSp modSp mod">
        <pc:chgData name="Olivia Rippee" userId="af7d865e-fcb0-4d64-ac8d-443260c6711b" providerId="ADAL" clId="{B8468A94-30B0-4B69-8FC5-F2AEB0978E46}" dt="2025-01-08T19:45:01.158" v="0" actId="27309"/>
        <pc:sldMkLst>
          <pc:docMk/>
          <pc:sldMk cId="2886242987" sldId="270"/>
        </pc:sldMkLst>
        <pc:graphicFrameChg chg="add modGraphic">
          <ac:chgData name="Olivia Rippee" userId="af7d865e-fcb0-4d64-ac8d-443260c6711b" providerId="ADAL" clId="{B8468A94-30B0-4B69-8FC5-F2AEB0978E46}" dt="2025-01-08T19:45:01.158" v="0" actId="27309"/>
          <ac:graphicFrameMkLst>
            <pc:docMk/>
            <pc:sldMk cId="2886242987" sldId="270"/>
            <ac:graphicFrameMk id="4" creationId="{25204E3A-1588-BD22-C71E-C5EDAB105DB7}"/>
          </ac:graphicFrameMkLst>
        </pc:graphicFrameChg>
      </pc:sldChg>
    </pc:docChg>
  </pc:docChgLst>
  <pc:docChgLst>
    <pc:chgData name="Olivia Rippee" userId="af7d865e-fcb0-4d64-ac8d-443260c6711b" providerId="ADAL" clId="{6AB5F31C-48DF-4291-A43C-43BA4D56B254}"/>
    <pc:docChg chg="undo custSel addSld delSld modSld">
      <pc:chgData name="Olivia Rippee" userId="af7d865e-fcb0-4d64-ac8d-443260c6711b" providerId="ADAL" clId="{6AB5F31C-48DF-4291-A43C-43BA4D56B254}" dt="2024-05-06T16:59:23.134" v="2308" actId="1076"/>
      <pc:docMkLst>
        <pc:docMk/>
      </pc:docMkLst>
      <pc:sldChg chg="delSp modSp mod">
        <pc:chgData name="Olivia Rippee" userId="af7d865e-fcb0-4d64-ac8d-443260c6711b" providerId="ADAL" clId="{6AB5F31C-48DF-4291-A43C-43BA4D56B254}" dt="2024-05-06T16:59:23.134" v="2308" actId="1076"/>
        <pc:sldMkLst>
          <pc:docMk/>
          <pc:sldMk cId="910061364" sldId="263"/>
        </pc:sldMkLst>
        <pc:spChg chg="mod">
          <ac:chgData name="Olivia Rippee" userId="af7d865e-fcb0-4d64-ac8d-443260c6711b" providerId="ADAL" clId="{6AB5F31C-48DF-4291-A43C-43BA4D56B254}" dt="2024-05-06T16:59:23.134" v="2308" actId="1076"/>
          <ac:spMkLst>
            <pc:docMk/>
            <pc:sldMk cId="910061364" sldId="263"/>
            <ac:spMk id="2" creationId="{00000000-0000-0000-0000-000000000000}"/>
          </ac:spMkLst>
        </pc:spChg>
        <pc:spChg chg="mod">
          <ac:chgData name="Olivia Rippee" userId="af7d865e-fcb0-4d64-ac8d-443260c6711b" providerId="ADAL" clId="{6AB5F31C-48DF-4291-A43C-43BA4D56B254}" dt="2024-05-04T20:17:33.299" v="57" actId="1076"/>
          <ac:spMkLst>
            <pc:docMk/>
            <pc:sldMk cId="910061364" sldId="263"/>
            <ac:spMk id="3" creationId="{00000000-0000-0000-0000-000000000000}"/>
          </ac:spMkLst>
        </pc:spChg>
        <pc:spChg chg="del">
          <ac:chgData name="Olivia Rippee" userId="af7d865e-fcb0-4d64-ac8d-443260c6711b" providerId="ADAL" clId="{6AB5F31C-48DF-4291-A43C-43BA4D56B254}" dt="2024-05-04T20:17:09.537" v="39" actId="478"/>
          <ac:spMkLst>
            <pc:docMk/>
            <pc:sldMk cId="910061364" sldId="263"/>
            <ac:spMk id="5" creationId="{40BDE8F7-66CB-A1FD-96F8-F57882E90AD5}"/>
          </ac:spMkLst>
        </pc:spChg>
      </pc:sldChg>
      <pc:sldChg chg="addSp delSp modSp mod setBg delAnim modAnim modNotesTx">
        <pc:chgData name="Olivia Rippee" userId="af7d865e-fcb0-4d64-ac8d-443260c6711b" providerId="ADAL" clId="{6AB5F31C-48DF-4291-A43C-43BA4D56B254}" dt="2024-05-06T01:21:06.500" v="1308"/>
        <pc:sldMkLst>
          <pc:docMk/>
          <pc:sldMk cId="4045173591" sldId="264"/>
        </pc:sldMkLst>
        <pc:spChg chg="del mod">
          <ac:chgData name="Olivia Rippee" userId="af7d865e-fcb0-4d64-ac8d-443260c6711b" providerId="ADAL" clId="{6AB5F31C-48DF-4291-A43C-43BA4D56B254}" dt="2024-05-04T20:18:16.419" v="98"/>
          <ac:spMkLst>
            <pc:docMk/>
            <pc:sldMk cId="4045173591" sldId="264"/>
            <ac:spMk id="2" creationId="{345EF16B-CF0A-5402-0A9E-E29D66C9D0FD}"/>
          </ac:spMkLst>
        </pc:spChg>
        <pc:spChg chg="mod">
          <ac:chgData name="Olivia Rippee" userId="af7d865e-fcb0-4d64-ac8d-443260c6711b" providerId="ADAL" clId="{6AB5F31C-48DF-4291-A43C-43BA4D56B254}" dt="2024-05-06T01:18:23.285" v="1285" actId="948"/>
          <ac:spMkLst>
            <pc:docMk/>
            <pc:sldMk cId="4045173591" sldId="264"/>
            <ac:spMk id="3" creationId="{00000000-0000-0000-0000-000000000000}"/>
          </ac:spMkLst>
        </pc:spChg>
        <pc:spChg chg="add mod">
          <ac:chgData name="Olivia Rippee" userId="af7d865e-fcb0-4d64-ac8d-443260c6711b" providerId="ADAL" clId="{6AB5F31C-48DF-4291-A43C-43BA4D56B254}" dt="2024-05-06T01:19:46.051" v="1296" actId="1076"/>
          <ac:spMkLst>
            <pc:docMk/>
            <pc:sldMk cId="4045173591" sldId="264"/>
            <ac:spMk id="4" creationId="{FB9FD06B-7AC2-45D9-C720-AF9F69E54D37}"/>
          </ac:spMkLst>
        </pc:spChg>
        <pc:spChg chg="add del">
          <ac:chgData name="Olivia Rippee" userId="af7d865e-fcb0-4d64-ac8d-443260c6711b" providerId="ADAL" clId="{6AB5F31C-48DF-4291-A43C-43BA4D56B254}" dt="2024-05-06T01:02:07.771" v="733" actId="26606"/>
          <ac:spMkLst>
            <pc:docMk/>
            <pc:sldMk cId="4045173591" sldId="264"/>
            <ac:spMk id="7" creationId="{8FC9BE17-9A7B-462D-AE50-3D8777387304}"/>
          </ac:spMkLst>
        </pc:spChg>
        <pc:spChg chg="add del">
          <ac:chgData name="Olivia Rippee" userId="af7d865e-fcb0-4d64-ac8d-443260c6711b" providerId="ADAL" clId="{6AB5F31C-48DF-4291-A43C-43BA4D56B254}" dt="2024-05-06T01:02:07.771" v="733" actId="26606"/>
          <ac:spMkLst>
            <pc:docMk/>
            <pc:sldMk cId="4045173591" sldId="264"/>
            <ac:spMk id="12" creationId="{3EBE8569-6AEC-4B8C-8D53-2DE337CDBA65}"/>
          </ac:spMkLst>
        </pc:spChg>
        <pc:spChg chg="add del">
          <ac:chgData name="Olivia Rippee" userId="af7d865e-fcb0-4d64-ac8d-443260c6711b" providerId="ADAL" clId="{6AB5F31C-48DF-4291-A43C-43BA4D56B254}" dt="2024-05-06T01:02:07.771" v="733" actId="26606"/>
          <ac:spMkLst>
            <pc:docMk/>
            <pc:sldMk cId="4045173591" sldId="264"/>
            <ac:spMk id="14" creationId="{55D4142C-5077-457F-A6AD-3FECFDB39685}"/>
          </ac:spMkLst>
        </pc:spChg>
        <pc:spChg chg="add del">
          <ac:chgData name="Olivia Rippee" userId="af7d865e-fcb0-4d64-ac8d-443260c6711b" providerId="ADAL" clId="{6AB5F31C-48DF-4291-A43C-43BA4D56B254}" dt="2024-05-06T01:02:07.771" v="733" actId="26606"/>
          <ac:spMkLst>
            <pc:docMk/>
            <pc:sldMk cId="4045173591" sldId="264"/>
            <ac:spMk id="16" creationId="{7A5F0580-5EE9-419F-96EE-B6529EF6E7D0}"/>
          </ac:spMkLst>
        </pc:spChg>
        <pc:picChg chg="add mod ord">
          <ac:chgData name="Olivia Rippee" userId="af7d865e-fcb0-4d64-ac8d-443260c6711b" providerId="ADAL" clId="{6AB5F31C-48DF-4291-A43C-43BA4D56B254}" dt="2024-05-06T01:20:53.101" v="1303" actId="1076"/>
          <ac:picMkLst>
            <pc:docMk/>
            <pc:sldMk cId="4045173591" sldId="264"/>
            <ac:picMk id="5" creationId="{15741C3F-AFC0-E98B-7E25-409D670FC430}"/>
          </ac:picMkLst>
        </pc:picChg>
        <pc:picChg chg="del">
          <ac:chgData name="Olivia Rippee" userId="af7d865e-fcb0-4d64-ac8d-443260c6711b" providerId="ADAL" clId="{6AB5F31C-48DF-4291-A43C-43BA4D56B254}" dt="2024-05-04T20:17:54.839" v="61" actId="478"/>
          <ac:picMkLst>
            <pc:docMk/>
            <pc:sldMk cId="4045173591" sldId="264"/>
            <ac:picMk id="5" creationId="{4D513FF5-08D4-277D-E81B-134F437A447F}"/>
          </ac:picMkLst>
        </pc:picChg>
        <pc:picChg chg="del">
          <ac:chgData name="Olivia Rippee" userId="af7d865e-fcb0-4d64-ac8d-443260c6711b" providerId="ADAL" clId="{6AB5F31C-48DF-4291-A43C-43BA4D56B254}" dt="2024-05-04T20:17:55.480" v="63" actId="478"/>
          <ac:picMkLst>
            <pc:docMk/>
            <pc:sldMk cId="4045173591" sldId="264"/>
            <ac:picMk id="6" creationId="{6503DF00-9333-9F66-06F5-0CE114400E1B}"/>
          </ac:picMkLst>
        </pc:picChg>
        <pc:picChg chg="del">
          <ac:chgData name="Olivia Rippee" userId="af7d865e-fcb0-4d64-ac8d-443260c6711b" providerId="ADAL" clId="{6AB5F31C-48DF-4291-A43C-43BA4D56B254}" dt="2024-05-04T20:17:55.120" v="62" actId="478"/>
          <ac:picMkLst>
            <pc:docMk/>
            <pc:sldMk cId="4045173591" sldId="264"/>
            <ac:picMk id="8" creationId="{A7E7007F-BB41-F47B-4C03-546429B2B371}"/>
          </ac:picMkLst>
        </pc:picChg>
        <pc:picChg chg="add mod">
          <ac:chgData name="Olivia Rippee" userId="af7d865e-fcb0-4d64-ac8d-443260c6711b" providerId="ADAL" clId="{6AB5F31C-48DF-4291-A43C-43BA4D56B254}" dt="2024-05-06T01:20:54.916" v="1304" actId="1076"/>
          <ac:picMkLst>
            <pc:docMk/>
            <pc:sldMk cId="4045173591" sldId="264"/>
            <ac:picMk id="8" creationId="{B7CC7CDF-385A-4469-E5E9-F8DBCEE36ECF}"/>
          </ac:picMkLst>
        </pc:picChg>
        <pc:cxnChg chg="del mod">
          <ac:chgData name="Olivia Rippee" userId="af7d865e-fcb0-4d64-ac8d-443260c6711b" providerId="ADAL" clId="{6AB5F31C-48DF-4291-A43C-43BA4D56B254}" dt="2024-05-04T20:17:56.230" v="65" actId="478"/>
          <ac:cxnSpMkLst>
            <pc:docMk/>
            <pc:sldMk cId="4045173591" sldId="264"/>
            <ac:cxnSpMk id="10" creationId="{51A01250-8850-B095-0B1C-B9467D8F8014}"/>
          </ac:cxnSpMkLst>
        </pc:cxnChg>
      </pc:sldChg>
      <pc:sldChg chg="delSp modSp del mod delAnim">
        <pc:chgData name="Olivia Rippee" userId="af7d865e-fcb0-4d64-ac8d-443260c6711b" providerId="ADAL" clId="{6AB5F31C-48DF-4291-A43C-43BA4D56B254}" dt="2024-05-04T20:18:55.510" v="110" actId="2696"/>
        <pc:sldMkLst>
          <pc:docMk/>
          <pc:sldMk cId="720833760" sldId="265"/>
        </pc:sldMkLst>
        <pc:picChg chg="del mod">
          <ac:chgData name="Olivia Rippee" userId="af7d865e-fcb0-4d64-ac8d-443260c6711b" providerId="ADAL" clId="{6AB5F31C-48DF-4291-A43C-43BA4D56B254}" dt="2024-05-04T20:18:40.826" v="107" actId="478"/>
          <ac:picMkLst>
            <pc:docMk/>
            <pc:sldMk cId="720833760" sldId="265"/>
            <ac:picMk id="5" creationId="{2A3303AD-E6C0-E2A4-1AC8-70E73D4B8106}"/>
          </ac:picMkLst>
        </pc:picChg>
        <pc:picChg chg="del">
          <ac:chgData name="Olivia Rippee" userId="af7d865e-fcb0-4d64-ac8d-443260c6711b" providerId="ADAL" clId="{6AB5F31C-48DF-4291-A43C-43BA4D56B254}" dt="2024-05-04T20:18:41.138" v="108" actId="478"/>
          <ac:picMkLst>
            <pc:docMk/>
            <pc:sldMk cId="720833760" sldId="265"/>
            <ac:picMk id="9" creationId="{C390D41A-800D-8C4C-B3D0-4C6A29EA15C6}"/>
          </ac:picMkLst>
        </pc:picChg>
      </pc:sldChg>
      <pc:sldChg chg="del">
        <pc:chgData name="Olivia Rippee" userId="af7d865e-fcb0-4d64-ac8d-443260c6711b" providerId="ADAL" clId="{6AB5F31C-48DF-4291-A43C-43BA4D56B254}" dt="2024-05-04T20:18:52.646" v="109" actId="2696"/>
        <pc:sldMkLst>
          <pc:docMk/>
          <pc:sldMk cId="671396855" sldId="266"/>
        </pc:sldMkLst>
      </pc:sldChg>
      <pc:sldChg chg="del">
        <pc:chgData name="Olivia Rippee" userId="af7d865e-fcb0-4d64-ac8d-443260c6711b" providerId="ADAL" clId="{6AB5F31C-48DF-4291-A43C-43BA4D56B254}" dt="2024-05-04T20:18:52.646" v="109" actId="2696"/>
        <pc:sldMkLst>
          <pc:docMk/>
          <pc:sldMk cId="3800710279" sldId="267"/>
        </pc:sldMkLst>
      </pc:sldChg>
      <pc:sldChg chg="del">
        <pc:chgData name="Olivia Rippee" userId="af7d865e-fcb0-4d64-ac8d-443260c6711b" providerId="ADAL" clId="{6AB5F31C-48DF-4291-A43C-43BA4D56B254}" dt="2024-05-04T20:18:52.646" v="109" actId="2696"/>
        <pc:sldMkLst>
          <pc:docMk/>
          <pc:sldMk cId="4089367803" sldId="268"/>
        </pc:sldMkLst>
      </pc:sldChg>
      <pc:sldChg chg="del">
        <pc:chgData name="Olivia Rippee" userId="af7d865e-fcb0-4d64-ac8d-443260c6711b" providerId="ADAL" clId="{6AB5F31C-48DF-4291-A43C-43BA4D56B254}" dt="2024-05-04T20:18:52.646" v="109" actId="2696"/>
        <pc:sldMkLst>
          <pc:docMk/>
          <pc:sldMk cId="1713495004" sldId="269"/>
        </pc:sldMkLst>
      </pc:sldChg>
      <pc:sldChg chg="addSp delSp modSp mod delAnim modAnim modNotesTx">
        <pc:chgData name="Olivia Rippee" userId="af7d865e-fcb0-4d64-ac8d-443260c6711b" providerId="ADAL" clId="{6AB5F31C-48DF-4291-A43C-43BA4D56B254}" dt="2024-05-04T20:42:22.227" v="541"/>
        <pc:sldMkLst>
          <pc:docMk/>
          <pc:sldMk cId="2886242987" sldId="270"/>
        </pc:sldMkLst>
        <pc:spChg chg="del">
          <ac:chgData name="Olivia Rippee" userId="af7d865e-fcb0-4d64-ac8d-443260c6711b" providerId="ADAL" clId="{6AB5F31C-48DF-4291-A43C-43BA4D56B254}" dt="2024-05-04T20:18:35.793" v="104" actId="478"/>
          <ac:spMkLst>
            <pc:docMk/>
            <pc:sldMk cId="2886242987" sldId="270"/>
            <ac:spMk id="2" creationId="{345EF16B-CF0A-5402-0A9E-E29D66C9D0FD}"/>
          </ac:spMkLst>
        </pc:spChg>
        <pc:spChg chg="mod">
          <ac:chgData name="Olivia Rippee" userId="af7d865e-fcb0-4d64-ac8d-443260c6711b" providerId="ADAL" clId="{6AB5F31C-48DF-4291-A43C-43BA4D56B254}" dt="2024-05-04T20:25:55.463" v="462" actId="20577"/>
          <ac:spMkLst>
            <pc:docMk/>
            <pc:sldMk cId="2886242987" sldId="270"/>
            <ac:spMk id="3" creationId="{00000000-0000-0000-0000-000000000000}"/>
          </ac:spMkLst>
        </pc:spChg>
        <pc:graphicFrameChg chg="del mod">
          <ac:chgData name="Olivia Rippee" userId="af7d865e-fcb0-4d64-ac8d-443260c6711b" providerId="ADAL" clId="{6AB5F31C-48DF-4291-A43C-43BA4D56B254}" dt="2024-05-04T20:40:09.901" v="519" actId="478"/>
          <ac:graphicFrameMkLst>
            <pc:docMk/>
            <pc:sldMk cId="2886242987" sldId="270"/>
            <ac:graphicFrameMk id="4" creationId="{B49DD567-7313-8856-E414-5A42A47E6D51}"/>
          </ac:graphicFrameMkLst>
        </pc:graphicFrameChg>
        <pc:graphicFrameChg chg="del mod">
          <ac:chgData name="Olivia Rippee" userId="af7d865e-fcb0-4d64-ac8d-443260c6711b" providerId="ADAL" clId="{6AB5F31C-48DF-4291-A43C-43BA4D56B254}" dt="2024-05-04T20:40:10.229" v="520" actId="478"/>
          <ac:graphicFrameMkLst>
            <pc:docMk/>
            <pc:sldMk cId="2886242987" sldId="270"/>
            <ac:graphicFrameMk id="5" creationId="{31D2499F-3FB2-A23B-8827-0A28ACA0D401}"/>
          </ac:graphicFrameMkLst>
        </pc:graphicFrameChg>
        <pc:picChg chg="del">
          <ac:chgData name="Olivia Rippee" userId="af7d865e-fcb0-4d64-ac8d-443260c6711b" providerId="ADAL" clId="{6AB5F31C-48DF-4291-A43C-43BA4D56B254}" dt="2024-05-04T20:18:33.405" v="103" actId="478"/>
          <ac:picMkLst>
            <pc:docMk/>
            <pc:sldMk cId="2886242987" sldId="270"/>
            <ac:picMk id="7" creationId="{4A458DBB-222F-6B6B-056F-565A10729553}"/>
          </ac:picMkLst>
        </pc:picChg>
        <pc:picChg chg="add mod">
          <ac:chgData name="Olivia Rippee" userId="af7d865e-fcb0-4d64-ac8d-443260c6711b" providerId="ADAL" clId="{6AB5F31C-48DF-4291-A43C-43BA4D56B254}" dt="2024-05-04T20:35:23.343" v="507" actId="1076"/>
          <ac:picMkLst>
            <pc:docMk/>
            <pc:sldMk cId="2886242987" sldId="270"/>
            <ac:picMk id="8" creationId="{1B2FC12E-F838-982E-1B1C-CBE8DAD5388B}"/>
          </ac:picMkLst>
        </pc:picChg>
        <pc:picChg chg="add mod">
          <ac:chgData name="Olivia Rippee" userId="af7d865e-fcb0-4d64-ac8d-443260c6711b" providerId="ADAL" clId="{6AB5F31C-48DF-4291-A43C-43BA4D56B254}" dt="2024-05-04T20:40:28.582" v="528" actId="1076"/>
          <ac:picMkLst>
            <pc:docMk/>
            <pc:sldMk cId="2886242987" sldId="270"/>
            <ac:picMk id="10" creationId="{6346ED54-B29D-C63C-08B5-17358D0501DC}"/>
          </ac:picMkLst>
        </pc:picChg>
        <pc:picChg chg="add mod">
          <ac:chgData name="Olivia Rippee" userId="af7d865e-fcb0-4d64-ac8d-443260c6711b" providerId="ADAL" clId="{6AB5F31C-48DF-4291-A43C-43BA4D56B254}" dt="2024-05-04T20:40:32.215" v="530" actId="1076"/>
          <ac:picMkLst>
            <pc:docMk/>
            <pc:sldMk cId="2886242987" sldId="270"/>
            <ac:picMk id="12" creationId="{09845939-014B-A7A4-36E8-9B08A7E2E079}"/>
          </ac:picMkLst>
        </pc:picChg>
      </pc:sldChg>
      <pc:sldChg chg="del">
        <pc:chgData name="Olivia Rippee" userId="af7d865e-fcb0-4d64-ac8d-443260c6711b" providerId="ADAL" clId="{6AB5F31C-48DF-4291-A43C-43BA4D56B254}" dt="2024-05-04T20:18:52.646" v="109" actId="2696"/>
        <pc:sldMkLst>
          <pc:docMk/>
          <pc:sldMk cId="2122785520" sldId="271"/>
        </pc:sldMkLst>
      </pc:sldChg>
      <pc:sldChg chg="modSp add del mod">
        <pc:chgData name="Olivia Rippee" userId="af7d865e-fcb0-4d64-ac8d-443260c6711b" providerId="ADAL" clId="{6AB5F31C-48DF-4291-A43C-43BA4D56B254}" dt="2024-05-04T20:26:08.113" v="463" actId="2696"/>
        <pc:sldMkLst>
          <pc:docMk/>
          <pc:sldMk cId="4139151811" sldId="271"/>
        </pc:sldMkLst>
        <pc:spChg chg="mod">
          <ac:chgData name="Olivia Rippee" userId="af7d865e-fcb0-4d64-ac8d-443260c6711b" providerId="ADAL" clId="{6AB5F31C-48DF-4291-A43C-43BA4D56B254}" dt="2024-05-04T20:19:24.143" v="148" actId="20577"/>
          <ac:spMkLst>
            <pc:docMk/>
            <pc:sldMk cId="4139151811" sldId="271"/>
            <ac:spMk id="3" creationId="{00000000-0000-0000-0000-000000000000}"/>
          </ac:spMkLst>
        </pc:spChg>
      </pc:sldChg>
      <pc:sldChg chg="addSp delSp modSp add mod modAnim">
        <pc:chgData name="Olivia Rippee" userId="af7d865e-fcb0-4d64-ac8d-443260c6711b" providerId="ADAL" clId="{6AB5F31C-48DF-4291-A43C-43BA4D56B254}" dt="2024-05-04T20:44:23.623" v="556"/>
        <pc:sldMkLst>
          <pc:docMk/>
          <pc:sldMk cId="3457624554" sldId="272"/>
        </pc:sldMkLst>
        <pc:spChg chg="mod">
          <ac:chgData name="Olivia Rippee" userId="af7d865e-fcb0-4d64-ac8d-443260c6711b" providerId="ADAL" clId="{6AB5F31C-48DF-4291-A43C-43BA4D56B254}" dt="2024-05-04T20:19:40.124" v="182" actId="20577"/>
          <ac:spMkLst>
            <pc:docMk/>
            <pc:sldMk cId="3457624554" sldId="272"/>
            <ac:spMk id="3" creationId="{00000000-0000-0000-0000-000000000000}"/>
          </ac:spMkLst>
        </pc:spChg>
        <pc:spChg chg="add mod">
          <ac:chgData name="Olivia Rippee" userId="af7d865e-fcb0-4d64-ac8d-443260c6711b" providerId="ADAL" clId="{6AB5F31C-48DF-4291-A43C-43BA4D56B254}" dt="2024-05-04T20:44:07.885" v="555" actId="14100"/>
          <ac:spMkLst>
            <pc:docMk/>
            <pc:sldMk cId="3457624554" sldId="272"/>
            <ac:spMk id="8" creationId="{3FF4B9AB-50CC-97DC-961F-AD49A71FFF11}"/>
          </ac:spMkLst>
        </pc:spChg>
        <pc:spChg chg="add mod">
          <ac:chgData name="Olivia Rippee" userId="af7d865e-fcb0-4d64-ac8d-443260c6711b" providerId="ADAL" clId="{6AB5F31C-48DF-4291-A43C-43BA4D56B254}" dt="2024-05-04T20:44:04.278" v="554" actId="14100"/>
          <ac:spMkLst>
            <pc:docMk/>
            <pc:sldMk cId="3457624554" sldId="272"/>
            <ac:spMk id="9" creationId="{18E862F4-E8A5-541C-6AB6-26A797238D8C}"/>
          </ac:spMkLst>
        </pc:spChg>
        <pc:graphicFrameChg chg="del mod">
          <ac:chgData name="Olivia Rippee" userId="af7d865e-fcb0-4d64-ac8d-443260c6711b" providerId="ADAL" clId="{6AB5F31C-48DF-4291-A43C-43BA4D56B254}" dt="2024-05-04T20:28:02.635" v="473" actId="478"/>
          <ac:graphicFrameMkLst>
            <pc:docMk/>
            <pc:sldMk cId="3457624554" sldId="272"/>
            <ac:graphicFrameMk id="2" creationId="{B20CC685-2CF4-71DB-E1B3-A30D25358EA0}"/>
          </ac:graphicFrameMkLst>
        </pc:graphicFrameChg>
        <pc:graphicFrameChg chg="del mod">
          <ac:chgData name="Olivia Rippee" userId="af7d865e-fcb0-4d64-ac8d-443260c6711b" providerId="ADAL" clId="{6AB5F31C-48DF-4291-A43C-43BA4D56B254}" dt="2024-05-04T20:28:02.261" v="472" actId="478"/>
          <ac:graphicFrameMkLst>
            <pc:docMk/>
            <pc:sldMk cId="3457624554" sldId="272"/>
            <ac:graphicFrameMk id="4" creationId="{0A6FA0A1-5638-E1AB-096C-255BBDB73509}"/>
          </ac:graphicFrameMkLst>
        </pc:graphicFrameChg>
        <pc:picChg chg="add mod">
          <ac:chgData name="Olivia Rippee" userId="af7d865e-fcb0-4d64-ac8d-443260c6711b" providerId="ADAL" clId="{6AB5F31C-48DF-4291-A43C-43BA4D56B254}" dt="2024-05-04T20:35:43.449" v="512"/>
          <ac:picMkLst>
            <pc:docMk/>
            <pc:sldMk cId="3457624554" sldId="272"/>
            <ac:picMk id="5" creationId="{508B79F4-4DFB-5CB1-13FF-BA45FC73325A}"/>
          </ac:picMkLst>
        </pc:picChg>
        <pc:picChg chg="add mod">
          <ac:chgData name="Olivia Rippee" userId="af7d865e-fcb0-4d64-ac8d-443260c6711b" providerId="ADAL" clId="{6AB5F31C-48DF-4291-A43C-43BA4D56B254}" dt="2024-05-04T20:43:37.846" v="549" actId="1076"/>
          <ac:picMkLst>
            <pc:docMk/>
            <pc:sldMk cId="3457624554" sldId="272"/>
            <ac:picMk id="7" creationId="{D05F981C-65FC-EF2C-4CA5-121E08474B28}"/>
          </ac:picMkLst>
        </pc:picChg>
      </pc:sldChg>
      <pc:sldChg chg="addSp delSp modSp add mod modAnim">
        <pc:chgData name="Olivia Rippee" userId="af7d865e-fcb0-4d64-ac8d-443260c6711b" providerId="ADAL" clId="{6AB5F31C-48DF-4291-A43C-43BA4D56B254}" dt="2024-05-04T20:46:25.005" v="574"/>
        <pc:sldMkLst>
          <pc:docMk/>
          <pc:sldMk cId="768704205" sldId="273"/>
        </pc:sldMkLst>
        <pc:spChg chg="mod">
          <ac:chgData name="Olivia Rippee" userId="af7d865e-fcb0-4d64-ac8d-443260c6711b" providerId="ADAL" clId="{6AB5F31C-48DF-4291-A43C-43BA4D56B254}" dt="2024-05-04T20:19:38.889" v="181" actId="20577"/>
          <ac:spMkLst>
            <pc:docMk/>
            <pc:sldMk cId="768704205" sldId="273"/>
            <ac:spMk id="3" creationId="{00000000-0000-0000-0000-000000000000}"/>
          </ac:spMkLst>
        </pc:spChg>
        <pc:spChg chg="add del mod">
          <ac:chgData name="Olivia Rippee" userId="af7d865e-fcb0-4d64-ac8d-443260c6711b" providerId="ADAL" clId="{6AB5F31C-48DF-4291-A43C-43BA4D56B254}" dt="2024-05-04T20:45:16.580" v="564" actId="478"/>
          <ac:spMkLst>
            <pc:docMk/>
            <pc:sldMk cId="768704205" sldId="273"/>
            <ac:spMk id="7" creationId="{88A1769B-B758-31E5-753D-3D6DF58EBFD4}"/>
          </ac:spMkLst>
        </pc:spChg>
        <pc:spChg chg="add del mod">
          <ac:chgData name="Olivia Rippee" userId="af7d865e-fcb0-4d64-ac8d-443260c6711b" providerId="ADAL" clId="{6AB5F31C-48DF-4291-A43C-43BA4D56B254}" dt="2024-05-04T20:45:15.077" v="563" actId="478"/>
          <ac:spMkLst>
            <pc:docMk/>
            <pc:sldMk cId="768704205" sldId="273"/>
            <ac:spMk id="8" creationId="{B2C47222-1540-5873-07BB-BEE4C716E065}"/>
          </ac:spMkLst>
        </pc:spChg>
        <pc:graphicFrameChg chg="del">
          <ac:chgData name="Olivia Rippee" userId="af7d865e-fcb0-4d64-ac8d-443260c6711b" providerId="ADAL" clId="{6AB5F31C-48DF-4291-A43C-43BA4D56B254}" dt="2024-05-04T20:28:00.479" v="471" actId="478"/>
          <ac:graphicFrameMkLst>
            <pc:docMk/>
            <pc:sldMk cId="768704205" sldId="273"/>
            <ac:graphicFrameMk id="2" creationId="{0916F419-9198-D20E-D6B6-21A62A3054B4}"/>
          </ac:graphicFrameMkLst>
        </pc:graphicFrameChg>
        <pc:picChg chg="add mod">
          <ac:chgData name="Olivia Rippee" userId="af7d865e-fcb0-4d64-ac8d-443260c6711b" providerId="ADAL" clId="{6AB5F31C-48DF-4291-A43C-43BA4D56B254}" dt="2024-05-04T20:35:45.824" v="513"/>
          <ac:picMkLst>
            <pc:docMk/>
            <pc:sldMk cId="768704205" sldId="273"/>
            <ac:picMk id="4" creationId="{4F51EB5A-F9BB-C10D-CD1E-E9C385B59094}"/>
          </ac:picMkLst>
        </pc:picChg>
        <pc:picChg chg="add mod">
          <ac:chgData name="Olivia Rippee" userId="af7d865e-fcb0-4d64-ac8d-443260c6711b" providerId="ADAL" clId="{6AB5F31C-48DF-4291-A43C-43BA4D56B254}" dt="2024-05-04T20:40:46.238" v="533" actId="1076"/>
          <ac:picMkLst>
            <pc:docMk/>
            <pc:sldMk cId="768704205" sldId="273"/>
            <ac:picMk id="6" creationId="{12E2FA91-4784-29BA-7A68-1FAD6A235E01}"/>
          </ac:picMkLst>
        </pc:picChg>
        <pc:cxnChg chg="add mod">
          <ac:chgData name="Olivia Rippee" userId="af7d865e-fcb0-4d64-ac8d-443260c6711b" providerId="ADAL" clId="{6AB5F31C-48DF-4291-A43C-43BA4D56B254}" dt="2024-05-04T20:45:44.753" v="570" actId="14100"/>
          <ac:cxnSpMkLst>
            <pc:docMk/>
            <pc:sldMk cId="768704205" sldId="273"/>
            <ac:cxnSpMk id="10" creationId="{CFC61C0A-19BB-A2BD-3314-AC6FADF4FE68}"/>
          </ac:cxnSpMkLst>
        </pc:cxnChg>
        <pc:cxnChg chg="add mod">
          <ac:chgData name="Olivia Rippee" userId="af7d865e-fcb0-4d64-ac8d-443260c6711b" providerId="ADAL" clId="{6AB5F31C-48DF-4291-A43C-43BA4D56B254}" dt="2024-05-04T20:45:54.558" v="572" actId="1076"/>
          <ac:cxnSpMkLst>
            <pc:docMk/>
            <pc:sldMk cId="768704205" sldId="273"/>
            <ac:cxnSpMk id="13" creationId="{1C723BCF-98E4-935C-D03C-67EB19F846BC}"/>
          </ac:cxnSpMkLst>
        </pc:cxnChg>
      </pc:sldChg>
      <pc:sldChg chg="del">
        <pc:chgData name="Olivia Rippee" userId="af7d865e-fcb0-4d64-ac8d-443260c6711b" providerId="ADAL" clId="{6AB5F31C-48DF-4291-A43C-43BA4D56B254}" dt="2024-05-04T20:18:52.646" v="109" actId="2696"/>
        <pc:sldMkLst>
          <pc:docMk/>
          <pc:sldMk cId="1990704509" sldId="273"/>
        </pc:sldMkLst>
      </pc:sldChg>
      <pc:sldChg chg="addSp delSp modSp add mod delAnim modAnim">
        <pc:chgData name="Olivia Rippee" userId="af7d865e-fcb0-4d64-ac8d-443260c6711b" providerId="ADAL" clId="{6AB5F31C-48DF-4291-A43C-43BA4D56B254}" dt="2024-05-06T02:15:20.105" v="2254" actId="1076"/>
        <pc:sldMkLst>
          <pc:docMk/>
          <pc:sldMk cId="1487993166" sldId="274"/>
        </pc:sldMkLst>
        <pc:spChg chg="mod">
          <ac:chgData name="Olivia Rippee" userId="af7d865e-fcb0-4d64-ac8d-443260c6711b" providerId="ADAL" clId="{6AB5F31C-48DF-4291-A43C-43BA4D56B254}" dt="2024-05-06T01:47:18.548" v="1551" actId="20577"/>
          <ac:spMkLst>
            <pc:docMk/>
            <pc:sldMk cId="1487993166" sldId="274"/>
            <ac:spMk id="3" creationId="{00000000-0000-0000-0000-000000000000}"/>
          </ac:spMkLst>
        </pc:spChg>
        <pc:spChg chg="add del mod">
          <ac:chgData name="Olivia Rippee" userId="af7d865e-fcb0-4d64-ac8d-443260c6711b" providerId="ADAL" clId="{6AB5F31C-48DF-4291-A43C-43BA4D56B254}" dt="2024-05-04T20:47:42.609" v="585" actId="478"/>
          <ac:spMkLst>
            <pc:docMk/>
            <pc:sldMk cId="1487993166" sldId="274"/>
            <ac:spMk id="5" creationId="{1710C123-0907-6460-35DD-B71E43E768A3}"/>
          </ac:spMkLst>
        </pc:spChg>
        <pc:picChg chg="add mod">
          <ac:chgData name="Olivia Rippee" userId="af7d865e-fcb0-4d64-ac8d-443260c6711b" providerId="ADAL" clId="{6AB5F31C-48DF-4291-A43C-43BA4D56B254}" dt="2024-05-06T02:15:20.105" v="2254" actId="1076"/>
          <ac:picMkLst>
            <pc:docMk/>
            <pc:sldMk cId="1487993166" sldId="274"/>
            <ac:picMk id="4" creationId="{8E87DC29-0A10-7038-5172-853A4B83E921}"/>
          </ac:picMkLst>
        </pc:picChg>
      </pc:sldChg>
      <pc:sldChg chg="del">
        <pc:chgData name="Olivia Rippee" userId="af7d865e-fcb0-4d64-ac8d-443260c6711b" providerId="ADAL" clId="{6AB5F31C-48DF-4291-A43C-43BA4D56B254}" dt="2024-05-04T20:18:52.646" v="109" actId="2696"/>
        <pc:sldMkLst>
          <pc:docMk/>
          <pc:sldMk cId="1536262968" sldId="274"/>
        </pc:sldMkLst>
      </pc:sldChg>
      <pc:sldChg chg="addSp modSp add mod">
        <pc:chgData name="Olivia Rippee" userId="af7d865e-fcb0-4d64-ac8d-443260c6711b" providerId="ADAL" clId="{6AB5F31C-48DF-4291-A43C-43BA4D56B254}" dt="2024-05-06T02:15:27.444" v="2255" actId="1076"/>
        <pc:sldMkLst>
          <pc:docMk/>
          <pc:sldMk cId="97163568" sldId="275"/>
        </pc:sldMkLst>
        <pc:spChg chg="mod">
          <ac:chgData name="Olivia Rippee" userId="af7d865e-fcb0-4d64-ac8d-443260c6711b" providerId="ADAL" clId="{6AB5F31C-48DF-4291-A43C-43BA4D56B254}" dt="2024-05-04T20:20:16.828" v="261" actId="20577"/>
          <ac:spMkLst>
            <pc:docMk/>
            <pc:sldMk cId="97163568" sldId="275"/>
            <ac:spMk id="3" creationId="{00000000-0000-0000-0000-000000000000}"/>
          </ac:spMkLst>
        </pc:spChg>
        <pc:picChg chg="add mod">
          <ac:chgData name="Olivia Rippee" userId="af7d865e-fcb0-4d64-ac8d-443260c6711b" providerId="ADAL" clId="{6AB5F31C-48DF-4291-A43C-43BA4D56B254}" dt="2024-05-06T02:15:27.444" v="2255" actId="1076"/>
          <ac:picMkLst>
            <pc:docMk/>
            <pc:sldMk cId="97163568" sldId="275"/>
            <ac:picMk id="4" creationId="{78EA1CAB-F72C-12BF-8ACD-CB3CE157009A}"/>
          </ac:picMkLst>
        </pc:picChg>
      </pc:sldChg>
      <pc:sldChg chg="del">
        <pc:chgData name="Olivia Rippee" userId="af7d865e-fcb0-4d64-ac8d-443260c6711b" providerId="ADAL" clId="{6AB5F31C-48DF-4291-A43C-43BA4D56B254}" dt="2024-05-04T20:18:52.646" v="109" actId="2696"/>
        <pc:sldMkLst>
          <pc:docMk/>
          <pc:sldMk cId="1441829396" sldId="275"/>
        </pc:sldMkLst>
      </pc:sldChg>
      <pc:sldChg chg="addSp modSp add mod">
        <pc:chgData name="Olivia Rippee" userId="af7d865e-fcb0-4d64-ac8d-443260c6711b" providerId="ADAL" clId="{6AB5F31C-48DF-4291-A43C-43BA4D56B254}" dt="2024-05-04T20:41:19.052" v="540" actId="1076"/>
        <pc:sldMkLst>
          <pc:docMk/>
          <pc:sldMk cId="3405783974" sldId="276"/>
        </pc:sldMkLst>
        <pc:spChg chg="mod">
          <ac:chgData name="Olivia Rippee" userId="af7d865e-fcb0-4d64-ac8d-443260c6711b" providerId="ADAL" clId="{6AB5F31C-48DF-4291-A43C-43BA4D56B254}" dt="2024-05-04T20:28:40.569" v="485" actId="313"/>
          <ac:spMkLst>
            <pc:docMk/>
            <pc:sldMk cId="3405783974" sldId="276"/>
            <ac:spMk id="3" creationId="{00000000-0000-0000-0000-000000000000}"/>
          </ac:spMkLst>
        </pc:spChg>
        <pc:picChg chg="add mod modCrop">
          <ac:chgData name="Olivia Rippee" userId="af7d865e-fcb0-4d64-ac8d-443260c6711b" providerId="ADAL" clId="{6AB5F31C-48DF-4291-A43C-43BA4D56B254}" dt="2024-05-04T20:41:19.052" v="540" actId="1076"/>
          <ac:picMkLst>
            <pc:docMk/>
            <pc:sldMk cId="3405783974" sldId="276"/>
            <ac:picMk id="4" creationId="{AD431C2A-3C2C-AABB-94CD-43AFCFCED228}"/>
          </ac:picMkLst>
        </pc:picChg>
      </pc:sldChg>
      <pc:sldChg chg="addSp delSp modSp add mod modAnim modNotesTx">
        <pc:chgData name="Olivia Rippee" userId="af7d865e-fcb0-4d64-ac8d-443260c6711b" providerId="ADAL" clId="{6AB5F31C-48DF-4291-A43C-43BA4D56B254}" dt="2024-05-06T02:16:32.505" v="2307" actId="1076"/>
        <pc:sldMkLst>
          <pc:docMk/>
          <pc:sldMk cId="3879058856" sldId="277"/>
        </pc:sldMkLst>
        <pc:spChg chg="mod">
          <ac:chgData name="Olivia Rippee" userId="af7d865e-fcb0-4d64-ac8d-443260c6711b" providerId="ADAL" clId="{6AB5F31C-48DF-4291-A43C-43BA4D56B254}" dt="2024-05-04T20:21:10.887" v="375" actId="20577"/>
          <ac:spMkLst>
            <pc:docMk/>
            <pc:sldMk cId="3879058856" sldId="277"/>
            <ac:spMk id="3" creationId="{00000000-0000-0000-0000-000000000000}"/>
          </ac:spMkLst>
        </pc:spChg>
        <pc:spChg chg="add mod">
          <ac:chgData name="Olivia Rippee" userId="af7d865e-fcb0-4d64-ac8d-443260c6711b" providerId="ADAL" clId="{6AB5F31C-48DF-4291-A43C-43BA4D56B254}" dt="2024-05-06T02:16:32.505" v="2307" actId="1076"/>
          <ac:spMkLst>
            <pc:docMk/>
            <pc:sldMk cId="3879058856" sldId="277"/>
            <ac:spMk id="11" creationId="{516C090C-11FC-1EAD-5F55-07CA4C635A08}"/>
          </ac:spMkLst>
        </pc:spChg>
        <pc:spChg chg="add mod ord">
          <ac:chgData name="Olivia Rippee" userId="af7d865e-fcb0-4d64-ac8d-443260c6711b" providerId="ADAL" clId="{6AB5F31C-48DF-4291-A43C-43BA4D56B254}" dt="2024-05-06T02:10:48.291" v="1939" actId="167"/>
          <ac:spMkLst>
            <pc:docMk/>
            <pc:sldMk cId="3879058856" sldId="277"/>
            <ac:spMk id="12" creationId="{C5170825-5E60-62BB-5CE2-6D8A2CE44021}"/>
          </ac:spMkLst>
        </pc:spChg>
        <pc:picChg chg="add del mod">
          <ac:chgData name="Olivia Rippee" userId="af7d865e-fcb0-4d64-ac8d-443260c6711b" providerId="ADAL" clId="{6AB5F31C-48DF-4291-A43C-43BA4D56B254}" dt="2024-05-06T01:50:21.222" v="1556" actId="478"/>
          <ac:picMkLst>
            <pc:docMk/>
            <pc:sldMk cId="3879058856" sldId="277"/>
            <ac:picMk id="4" creationId="{8E4F0D5E-891C-4123-E315-5592D54FE522}"/>
          </ac:picMkLst>
        </pc:picChg>
        <pc:picChg chg="add mod">
          <ac:chgData name="Olivia Rippee" userId="af7d865e-fcb0-4d64-ac8d-443260c6711b" providerId="ADAL" clId="{6AB5F31C-48DF-4291-A43C-43BA4D56B254}" dt="2024-05-06T01:50:34.322" v="1561" actId="1076"/>
          <ac:picMkLst>
            <pc:docMk/>
            <pc:sldMk cId="3879058856" sldId="277"/>
            <ac:picMk id="5" creationId="{36EF9EBB-4579-29FE-56FA-FD8DD0F873FA}"/>
          </ac:picMkLst>
        </pc:picChg>
        <pc:picChg chg="add del mod">
          <ac:chgData name="Olivia Rippee" userId="af7d865e-fcb0-4d64-ac8d-443260c6711b" providerId="ADAL" clId="{6AB5F31C-48DF-4291-A43C-43BA4D56B254}" dt="2024-05-06T01:51:38.145" v="1564" actId="478"/>
          <ac:picMkLst>
            <pc:docMk/>
            <pc:sldMk cId="3879058856" sldId="277"/>
            <ac:picMk id="7" creationId="{0EFBA088-567D-33F1-95FF-AD40A4017ACF}"/>
          </ac:picMkLst>
        </pc:picChg>
        <pc:picChg chg="add mod modCrop">
          <ac:chgData name="Olivia Rippee" userId="af7d865e-fcb0-4d64-ac8d-443260c6711b" providerId="ADAL" clId="{6AB5F31C-48DF-4291-A43C-43BA4D56B254}" dt="2024-05-06T01:54:30.205" v="1609" actId="14100"/>
          <ac:picMkLst>
            <pc:docMk/>
            <pc:sldMk cId="3879058856" sldId="277"/>
            <ac:picMk id="9" creationId="{20AEACC2-6DCB-BDE8-52E7-DA2C3E709310}"/>
          </ac:picMkLst>
        </pc:picChg>
        <pc:picChg chg="add mod modCrop">
          <ac:chgData name="Olivia Rippee" userId="af7d865e-fcb0-4d64-ac8d-443260c6711b" providerId="ADAL" clId="{6AB5F31C-48DF-4291-A43C-43BA4D56B254}" dt="2024-05-06T02:09:26.367" v="1928" actId="1076"/>
          <ac:picMkLst>
            <pc:docMk/>
            <pc:sldMk cId="3879058856" sldId="277"/>
            <ac:picMk id="10" creationId="{C5BAA462-4FA6-9E35-F249-980B415F3D08}"/>
          </ac:picMkLst>
        </pc:picChg>
      </pc:sldChg>
      <pc:sldChg chg="addSp delSp modSp add mod modAnim">
        <pc:chgData name="Olivia Rippee" userId="af7d865e-fcb0-4d64-ac8d-443260c6711b" providerId="ADAL" clId="{6AB5F31C-48DF-4291-A43C-43BA4D56B254}" dt="2024-05-06T02:14:58.346" v="2253" actId="1076"/>
        <pc:sldMkLst>
          <pc:docMk/>
          <pc:sldMk cId="2934093029" sldId="278"/>
        </pc:sldMkLst>
        <pc:spChg chg="add mod">
          <ac:chgData name="Olivia Rippee" userId="af7d865e-fcb0-4d64-ac8d-443260c6711b" providerId="ADAL" clId="{6AB5F31C-48DF-4291-A43C-43BA4D56B254}" dt="2024-05-06T02:14:58.346" v="2253" actId="1076"/>
          <ac:spMkLst>
            <pc:docMk/>
            <pc:sldMk cId="2934093029" sldId="278"/>
            <ac:spMk id="2" creationId="{5C7FB891-6498-6601-3398-227BCEB9432C}"/>
          </ac:spMkLst>
        </pc:spChg>
        <pc:spChg chg="mod">
          <ac:chgData name="Olivia Rippee" userId="af7d865e-fcb0-4d64-ac8d-443260c6711b" providerId="ADAL" clId="{6AB5F31C-48DF-4291-A43C-43BA4D56B254}" dt="2024-05-04T20:32:44.553" v="496" actId="20577"/>
          <ac:spMkLst>
            <pc:docMk/>
            <pc:sldMk cId="2934093029" sldId="278"/>
            <ac:spMk id="3" creationId="{00000000-0000-0000-0000-000000000000}"/>
          </ac:spMkLst>
        </pc:spChg>
        <pc:picChg chg="add del mod">
          <ac:chgData name="Olivia Rippee" userId="af7d865e-fcb0-4d64-ac8d-443260c6711b" providerId="ADAL" clId="{6AB5F31C-48DF-4291-A43C-43BA4D56B254}" dt="2024-05-04T20:54:58.457" v="614" actId="478"/>
          <ac:picMkLst>
            <pc:docMk/>
            <pc:sldMk cId="2934093029" sldId="278"/>
            <ac:picMk id="4" creationId="{B51FFEF0-48E9-B991-81E4-C32446EAE0D4}"/>
          </ac:picMkLst>
        </pc:picChg>
        <pc:picChg chg="add mod">
          <ac:chgData name="Olivia Rippee" userId="af7d865e-fcb0-4d64-ac8d-443260c6711b" providerId="ADAL" clId="{6AB5F31C-48DF-4291-A43C-43BA4D56B254}" dt="2024-05-06T02:12:57.472" v="2200" actId="1076"/>
          <ac:picMkLst>
            <pc:docMk/>
            <pc:sldMk cId="2934093029" sldId="278"/>
            <ac:picMk id="6" creationId="{5AA1AFB4-5F9B-802F-EFF5-B7EBBD68C55D}"/>
          </ac:picMkLst>
        </pc:picChg>
        <pc:cxnChg chg="add mod">
          <ac:chgData name="Olivia Rippee" userId="af7d865e-fcb0-4d64-ac8d-443260c6711b" providerId="ADAL" clId="{6AB5F31C-48DF-4291-A43C-43BA4D56B254}" dt="2024-05-06T02:13:02.177" v="2201" actId="14100"/>
          <ac:cxnSpMkLst>
            <pc:docMk/>
            <pc:sldMk cId="2934093029" sldId="278"/>
            <ac:cxnSpMk id="4" creationId="{E6946C10-97D9-1D18-4F44-FC9C37800079}"/>
          </ac:cxnSpMkLst>
        </pc:cxnChg>
        <pc:cxnChg chg="add mod">
          <ac:chgData name="Olivia Rippee" userId="af7d865e-fcb0-4d64-ac8d-443260c6711b" providerId="ADAL" clId="{6AB5F31C-48DF-4291-A43C-43BA4D56B254}" dt="2024-05-06T02:13:35.057" v="2226" actId="1038"/>
          <ac:cxnSpMkLst>
            <pc:docMk/>
            <pc:sldMk cId="2934093029" sldId="278"/>
            <ac:cxnSpMk id="7" creationId="{47FB676B-AE97-F712-337D-02625C7A9A4F}"/>
          </ac:cxnSpMkLst>
        </pc:cxnChg>
        <pc:cxnChg chg="add mod">
          <ac:chgData name="Olivia Rippee" userId="af7d865e-fcb0-4d64-ac8d-443260c6711b" providerId="ADAL" clId="{6AB5F31C-48DF-4291-A43C-43BA4D56B254}" dt="2024-05-06T02:13:25.049" v="2219" actId="1036"/>
          <ac:cxnSpMkLst>
            <pc:docMk/>
            <pc:sldMk cId="2934093029" sldId="278"/>
            <ac:cxnSpMk id="9" creationId="{037A6215-C3EC-C66A-C1E3-2A992249067C}"/>
          </ac:cxnSpMkLst>
        </pc:cxnChg>
      </pc:sldChg>
      <pc:sldChg chg="addSp delSp modSp add mod">
        <pc:chgData name="Olivia Rippee" userId="af7d865e-fcb0-4d64-ac8d-443260c6711b" providerId="ADAL" clId="{6AB5F31C-48DF-4291-A43C-43BA4D56B254}" dt="2024-05-06T01:48:14.096" v="1553" actId="207"/>
        <pc:sldMkLst>
          <pc:docMk/>
          <pc:sldMk cId="3777111300" sldId="279"/>
        </pc:sldMkLst>
        <pc:spChg chg="add del mod">
          <ac:chgData name="Olivia Rippee" userId="af7d865e-fcb0-4d64-ac8d-443260c6711b" providerId="ADAL" clId="{6AB5F31C-48DF-4291-A43C-43BA4D56B254}" dt="2024-05-04T20:57:31.178" v="624" actId="478"/>
          <ac:spMkLst>
            <pc:docMk/>
            <pc:sldMk cId="3777111300" sldId="279"/>
            <ac:spMk id="2" creationId="{E71AF47F-C9A6-3292-68DF-E233BCFAB4EF}"/>
          </ac:spMkLst>
        </pc:spChg>
        <pc:spChg chg="mod">
          <ac:chgData name="Olivia Rippee" userId="af7d865e-fcb0-4d64-ac8d-443260c6711b" providerId="ADAL" clId="{6AB5F31C-48DF-4291-A43C-43BA4D56B254}" dt="2024-05-04T21:01:24.882" v="704" actId="255"/>
          <ac:spMkLst>
            <pc:docMk/>
            <pc:sldMk cId="3777111300" sldId="279"/>
            <ac:spMk id="3" creationId="{00000000-0000-0000-0000-000000000000}"/>
          </ac:spMkLst>
        </pc:spChg>
        <pc:spChg chg="add del">
          <ac:chgData name="Olivia Rippee" userId="af7d865e-fcb0-4d64-ac8d-443260c6711b" providerId="ADAL" clId="{6AB5F31C-48DF-4291-A43C-43BA4D56B254}" dt="2024-05-04T20:57:24.894" v="621"/>
          <ac:spMkLst>
            <pc:docMk/>
            <pc:sldMk cId="3777111300" sldId="279"/>
            <ac:spMk id="5" creationId="{E9397DFB-1660-9B94-58C7-9E8CB8D71324}"/>
          </ac:spMkLst>
        </pc:spChg>
        <pc:spChg chg="add mod">
          <ac:chgData name="Olivia Rippee" userId="af7d865e-fcb0-4d64-ac8d-443260c6711b" providerId="ADAL" clId="{6AB5F31C-48DF-4291-A43C-43BA4D56B254}" dt="2024-05-06T01:48:14.096" v="1553" actId="207"/>
          <ac:spMkLst>
            <pc:docMk/>
            <pc:sldMk cId="3777111300" sldId="279"/>
            <ac:spMk id="6" creationId="{7AD3F55C-17B2-7407-4305-F11A2C295EB3}"/>
          </ac:spMkLst>
        </pc:spChg>
        <pc:spChg chg="add del mod">
          <ac:chgData name="Olivia Rippee" userId="af7d865e-fcb0-4d64-ac8d-443260c6711b" providerId="ADAL" clId="{6AB5F31C-48DF-4291-A43C-43BA4D56B254}" dt="2024-05-04T21:00:46.738" v="687" actId="478"/>
          <ac:spMkLst>
            <pc:docMk/>
            <pc:sldMk cId="3777111300" sldId="279"/>
            <ac:spMk id="7" creationId="{E8562CAD-60CE-26C6-A282-B30880959432}"/>
          </ac:spMkLst>
        </pc:spChg>
        <pc:spChg chg="add del">
          <ac:chgData name="Olivia Rippee" userId="af7d865e-fcb0-4d64-ac8d-443260c6711b" providerId="ADAL" clId="{6AB5F31C-48DF-4291-A43C-43BA4D56B254}" dt="2024-05-04T21:00:55.009" v="692"/>
          <ac:spMkLst>
            <pc:docMk/>
            <pc:sldMk cId="3777111300" sldId="279"/>
            <ac:spMk id="8" creationId="{3A0E38BF-84CB-B052-6834-FC77457E2107}"/>
          </ac:spMkLst>
        </pc:spChg>
        <pc:picChg chg="del mod">
          <ac:chgData name="Olivia Rippee" userId="af7d865e-fcb0-4d64-ac8d-443260c6711b" providerId="ADAL" clId="{6AB5F31C-48DF-4291-A43C-43BA4D56B254}" dt="2024-05-04T20:51:44.879" v="603" actId="478"/>
          <ac:picMkLst>
            <pc:docMk/>
            <pc:sldMk cId="3777111300" sldId="279"/>
            <ac:picMk id="4" creationId="{8E4F0D5E-891C-4123-E315-5592D54FE522}"/>
          </ac:picMkLst>
        </pc:picChg>
      </pc:sldChg>
      <pc:sldChg chg="delSp modSp add mod delAnim modAnim">
        <pc:chgData name="Olivia Rippee" userId="af7d865e-fcb0-4d64-ac8d-443260c6711b" providerId="ADAL" clId="{6AB5F31C-48DF-4291-A43C-43BA4D56B254}" dt="2024-05-06T01:26:24.336" v="1538" actId="20577"/>
        <pc:sldMkLst>
          <pc:docMk/>
          <pc:sldMk cId="2081671421" sldId="280"/>
        </pc:sldMkLst>
        <pc:spChg chg="mod">
          <ac:chgData name="Olivia Rippee" userId="af7d865e-fcb0-4d64-ac8d-443260c6711b" providerId="ADAL" clId="{6AB5F31C-48DF-4291-A43C-43BA4D56B254}" dt="2024-05-06T01:26:24.336" v="1538" actId="20577"/>
          <ac:spMkLst>
            <pc:docMk/>
            <pc:sldMk cId="2081671421" sldId="280"/>
            <ac:spMk id="3" creationId="{00000000-0000-0000-0000-000000000000}"/>
          </ac:spMkLst>
        </pc:spChg>
        <pc:spChg chg="mod">
          <ac:chgData name="Olivia Rippee" userId="af7d865e-fcb0-4d64-ac8d-443260c6711b" providerId="ADAL" clId="{6AB5F31C-48DF-4291-A43C-43BA4D56B254}" dt="2024-05-06T01:26:18.413" v="1533" actId="20577"/>
          <ac:spMkLst>
            <pc:docMk/>
            <pc:sldMk cId="2081671421" sldId="280"/>
            <ac:spMk id="4" creationId="{FB9FD06B-7AC2-45D9-C720-AF9F69E54D37}"/>
          </ac:spMkLst>
        </pc:spChg>
        <pc:picChg chg="del">
          <ac:chgData name="Olivia Rippee" userId="af7d865e-fcb0-4d64-ac8d-443260c6711b" providerId="ADAL" clId="{6AB5F31C-48DF-4291-A43C-43BA4D56B254}" dt="2024-05-06T01:21:57.613" v="1354" actId="478"/>
          <ac:picMkLst>
            <pc:docMk/>
            <pc:sldMk cId="2081671421" sldId="280"/>
            <ac:picMk id="5" creationId="{15741C3F-AFC0-E98B-7E25-409D670FC430}"/>
          </ac:picMkLst>
        </pc:picChg>
        <pc:picChg chg="del">
          <ac:chgData name="Olivia Rippee" userId="af7d865e-fcb0-4d64-ac8d-443260c6711b" providerId="ADAL" clId="{6AB5F31C-48DF-4291-A43C-43BA4D56B254}" dt="2024-05-06T01:21:55.208" v="1353" actId="478"/>
          <ac:picMkLst>
            <pc:docMk/>
            <pc:sldMk cId="2081671421" sldId="280"/>
            <ac:picMk id="8" creationId="{B7CC7CDF-385A-4469-E5E9-F8DBCEE36EC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30BDC-74CC-3843-B948-E55E3B91314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9D0627-5016-7E41-9F58-A17667191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4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9D0627-5016-7E41-9F58-A17667191E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45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2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sz="1200" dirty="0" err="1"/>
              <a:t>pRoloc</a:t>
            </a:r>
            <a:r>
              <a:rPr lang="en-US" sz="1200" dirty="0"/>
              <a:t>/</a:t>
            </a:r>
            <a:r>
              <a:rPr lang="en-US" sz="1200" dirty="0" err="1"/>
              <a:t>pRolocGUI</a:t>
            </a:r>
            <a:r>
              <a:rPr lang="en-US" sz="1200" dirty="0"/>
              <a:t>/</a:t>
            </a:r>
            <a:r>
              <a:rPr lang="en-US" sz="1200" dirty="0" err="1"/>
              <a:t>pRolocdata</a:t>
            </a:r>
            <a:r>
              <a:rPr lang="en-US" sz="1200" dirty="0"/>
              <a:t> package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https://www.bioconductor.org/packages/release/bioc/html/pRoloc.html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https://bioconductor.org/packages/release/bioc/vignettes/pRolocGUI/inst/doc/pRolocGUI.html</a:t>
            </a:r>
          </a:p>
          <a:p>
            <a:pPr>
              <a:lnSpc>
                <a:spcPct val="130000"/>
              </a:lnSpc>
            </a:pP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 err="1"/>
              <a:t>RforProteomics</a:t>
            </a:r>
            <a:r>
              <a:rPr lang="en-US" sz="1200" dirty="0"/>
              <a:t> package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https://bioconductor.org/packages/release/data/experiment/html/RforProteomics.html</a:t>
            </a:r>
          </a:p>
          <a:p>
            <a:pPr>
              <a:lnSpc>
                <a:spcPct val="130000"/>
              </a:lnSpc>
            </a:pP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/>
              <a:t>Data sets: hyperLOPIT2015, hyperLOPIT2015ms3r1, hyperLOPIT2015ms3r2, lopitdcU2OS2018 (</a:t>
            </a:r>
            <a:r>
              <a:rPr lang="en-US" sz="1200" dirty="0" err="1"/>
              <a:t>Msnbase</a:t>
            </a:r>
            <a:r>
              <a:rPr lang="en-US" sz="1200" dirty="0"/>
              <a:t> package)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37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45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899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25C82-F849-6BC9-90FB-2DAAAF423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A0D85-1AA1-8E4D-0658-52D4E634A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103D98-AB34-6DC6-9C99-5D50E4118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x-axis = experimental fractions y-axis = protein intensity</a:t>
            </a:r>
          </a:p>
          <a:p>
            <a:r>
              <a:rPr lang="en-US" dirty="0"/>
              <a:t>The spatial map provides a 2D overview, while the profile plot shows the underlying protein distributions across fractions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52F28-8C07-1D76-E1DC-F36EAEE44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516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5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14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Location Correlation </a:t>
            </a:r>
            <a:r>
              <a:rPr lang="en-US" sz="1200" dirty="0">
                <a:solidFill>
                  <a:srgbClr val="FFFFFF"/>
                </a:solidFill>
                <a:latin typeface="Tw Cen MT" panose="020B0602020104020603" pitchFamily="34" charset="77"/>
              </a:rPr>
              <a:t>Heatmap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04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5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0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72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3CB31-429A-6D2C-D1D1-29E5003B9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D7F5E1-8E58-DB80-83EC-F331EAF09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2F1CE-3E35-1D4B-67A8-3F2ED8E50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Uniprot</a:t>
            </a:r>
            <a:r>
              <a:rPr lang="en-US" dirty="0"/>
              <a:t> IDs </a:t>
            </a:r>
            <a:r>
              <a:rPr lang="en-US" dirty="0">
                <a:sym typeface="Wingdings" panose="05000000000000000000" pitchFamily="2" charset="2"/>
              </a:rPr>
              <a:t> gene names  OMIM disease search</a:t>
            </a:r>
          </a:p>
          <a:p>
            <a:r>
              <a:rPr lang="en-US" dirty="0">
                <a:sym typeface="Wingdings" panose="05000000000000000000" pitchFamily="2" charset="2"/>
              </a:rPr>
              <a:t>Similar profiles  similar location  similar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20DCA-9035-8F07-E1E6-5CE9FCA27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27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9D0627-5016-7E41-9F58-A17667191E4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67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36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0E66-BFBC-54B3-F9FD-90A08F87C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578825-9B20-1C78-1A11-5E66C254F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F1B99-B10A-98B7-8AA5-FA569CF8C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388D0-1FBC-D833-1BDD-1A3D6EF9E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EDF0C-5059-1122-9015-91C80210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759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4FFCF-52EF-F34D-20FC-D54D57285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429AE-1AA6-48F0-B46C-B82A58130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A8549-ADC8-E1EB-24C9-B76F10F32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135A7-8CD8-4C1F-3CF2-82537900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1CEB0-EE53-6EC5-3CD5-0275DFF39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5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E808A-97B7-26D1-13E1-EF881215E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DAD9A-BF1C-D9E0-8C14-23C589791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4434D-38B7-DE0A-6AE6-71ADDE817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AF648-081A-5BCE-D176-674850908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2E5A7-F463-513F-7762-183CAF4F5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44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7390E-56A2-39D4-91C0-5D6F8AF8D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296C7-6364-D185-33ED-44DAFD27E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1B1D7-4E2D-0FF3-3658-5C7DD98C4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9980C-7EE5-2114-7F5D-263024B8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E93A1-618A-A795-3EBD-B3382F4FA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F3EBC-9855-0202-3AF6-F8DA2BD07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1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EFFD-B3A0-B330-6205-D27DCF0B3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63168-74B9-5E3B-66A7-AF79ED59F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A57E9-1F68-B0EB-9EE2-08C670C79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4CE3B3-8088-08E8-4AF0-F5448C70F5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56C1B-3BB7-BDAD-B727-5E3A9324FB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1BB466-C9F8-CC23-7C95-4D4B1AC4C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095B71-C997-C9A8-8D8D-EB6443C9F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462A34-6767-342C-AA75-B394D621D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7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32BB8-423F-7D54-2545-01429AA4E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12C4A3-1F21-FDA4-2949-267053C9D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066B5-E950-D744-B55B-46879A93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1D1C83-3762-7BD6-2140-6E5A582D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52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57AB36-BB57-84A8-8C1C-E3FCB11A8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BD541C-B6D9-55A2-CD1D-87526C4D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AD230-4493-D28F-FF30-A6D3B942C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63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7B4B2-62BE-C883-0E11-014CA9423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744F1-DB5B-9FEA-4E22-054A010DF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6677B-547C-B5C0-3F41-87343FEA4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7B5644-119B-5C5A-677B-ED4A31A17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97FE6-65D3-D113-113D-A8DCB153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CB674-2491-5AAD-4B3C-CDF3EE448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7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68E5-10A9-5D17-FBFF-C997DD431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76A1A3-CB61-DE88-E253-1DB1CFB03F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20F26-5FC6-D096-87DB-A19E1B857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4FF1F-35DB-907C-0740-5A945CA0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AAB53-FECC-E4B0-C904-DCC699D12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E773D-C879-CB92-63DF-62487ADB2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8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364F2-ABC9-C6D1-9C72-DFA415A26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595BF-1F5D-2198-30DB-77C880DFE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DB9F5-6AFA-83BE-6A2B-327BB5F2C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2075A-E3D5-BE65-D143-B8FA5F848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EE67-6F44-52AE-8466-03517455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498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A9AB8B-B87E-255C-2347-E3AD92D83D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B2DB4-B56F-265B-C289-58CD84D14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A91B8-0619-352C-7F04-D71379F72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F95B-D281-E144-889C-397FA1A062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1E2EC-08FB-33D3-A434-D2CC79080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0F58D-3154-FAB4-2646-189B149D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024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bg>
      <p:bgPr>
        <a:solidFill>
          <a:srgbClr val="003D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C:\Users\tjernigan\Desktop\KUMC_ppt_template\murphy4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44"/>
          <a:stretch/>
        </p:blipFill>
        <p:spPr bwMode="auto">
          <a:xfrm>
            <a:off x="3103248" y="-2275"/>
            <a:ext cx="9088753" cy="686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-7796" y="-2275"/>
            <a:ext cx="5001453" cy="6860276"/>
          </a:xfrm>
          <a:custGeom>
            <a:avLst/>
            <a:gdLst>
              <a:gd name="connsiteX0" fmla="*/ 0 w 3128749"/>
              <a:gd name="connsiteY0" fmla="*/ 0 h 6858000"/>
              <a:gd name="connsiteX1" fmla="*/ 3128749 w 3128749"/>
              <a:gd name="connsiteY1" fmla="*/ 0 h 6858000"/>
              <a:gd name="connsiteX2" fmla="*/ 3128749 w 3128749"/>
              <a:gd name="connsiteY2" fmla="*/ 6858000 h 6858000"/>
              <a:gd name="connsiteX3" fmla="*/ 0 w 3128749"/>
              <a:gd name="connsiteY3" fmla="*/ 6858000 h 6858000"/>
              <a:gd name="connsiteX4" fmla="*/ 0 w 3128749"/>
              <a:gd name="connsiteY4" fmla="*/ 0 h 6858000"/>
              <a:gd name="connsiteX0" fmla="*/ 0 w 4998492"/>
              <a:gd name="connsiteY0" fmla="*/ 0 h 6858000"/>
              <a:gd name="connsiteX1" fmla="*/ 4998492 w 4998492"/>
              <a:gd name="connsiteY1" fmla="*/ 0 h 6858000"/>
              <a:gd name="connsiteX2" fmla="*/ 3128749 w 4998492"/>
              <a:gd name="connsiteY2" fmla="*/ 6858000 h 6858000"/>
              <a:gd name="connsiteX3" fmla="*/ 0 w 4998492"/>
              <a:gd name="connsiteY3" fmla="*/ 6858000 h 6858000"/>
              <a:gd name="connsiteX4" fmla="*/ 0 w 49984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98492" h="6858000">
                <a:moveTo>
                  <a:pt x="0" y="0"/>
                </a:moveTo>
                <a:lnTo>
                  <a:pt x="4998492" y="0"/>
                </a:lnTo>
                <a:lnTo>
                  <a:pt x="312874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CF0A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4" name="Straight Connector 3"/>
          <p:cNvCxnSpPr/>
          <p:nvPr userDrawn="1"/>
        </p:nvCxnSpPr>
        <p:spPr>
          <a:xfrm flipH="1">
            <a:off x="8382595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 flipH="1">
            <a:off x="8554538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 flipH="1">
            <a:off x="8726481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 flipH="1">
            <a:off x="8898423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 flipH="1">
            <a:off x="9070366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 flipH="1">
            <a:off x="9242309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flipH="1">
            <a:off x="9414252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 userDrawn="1"/>
        </p:nvCxnSpPr>
        <p:spPr>
          <a:xfrm flipH="1">
            <a:off x="9586194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 userDrawn="1"/>
        </p:nvCxnSpPr>
        <p:spPr>
          <a:xfrm flipH="1">
            <a:off x="9758137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 flipH="1">
            <a:off x="9930080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 flipH="1">
            <a:off x="10102023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>
          <a:xfrm flipH="1">
            <a:off x="10273966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 userDrawn="1"/>
        </p:nvCxnSpPr>
        <p:spPr>
          <a:xfrm flipH="1">
            <a:off x="10445908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 flipH="1">
            <a:off x="10617851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 userDrawn="1"/>
        </p:nvCxnSpPr>
        <p:spPr>
          <a:xfrm flipH="1">
            <a:off x="10789794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 userDrawn="1"/>
        </p:nvCxnSpPr>
        <p:spPr>
          <a:xfrm flipH="1">
            <a:off x="10961737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 userDrawn="1"/>
        </p:nvCxnSpPr>
        <p:spPr>
          <a:xfrm flipH="1">
            <a:off x="11133679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 userDrawn="1"/>
        </p:nvCxnSpPr>
        <p:spPr>
          <a:xfrm flipH="1">
            <a:off x="11305622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 userDrawn="1"/>
        </p:nvCxnSpPr>
        <p:spPr>
          <a:xfrm flipH="1">
            <a:off x="11477565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 userDrawn="1"/>
        </p:nvCxnSpPr>
        <p:spPr>
          <a:xfrm flipH="1">
            <a:off x="11649508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>
          <a:xfrm flipH="1">
            <a:off x="11821461" y="-228600"/>
            <a:ext cx="295907" cy="1219199"/>
          </a:xfrm>
          <a:prstGeom prst="line">
            <a:avLst/>
          </a:prstGeom>
          <a:ln w="15875">
            <a:solidFill>
              <a:srgbClr val="DFE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Picture 9" descr="C:\Users\tjernigan\Desktop\KUMC_ppt_template\dk blue confetti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63"/>
          <a:stretch/>
        </p:blipFill>
        <p:spPr bwMode="auto">
          <a:xfrm>
            <a:off x="597056" y="1"/>
            <a:ext cx="1203638" cy="990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:\Users\tjernigan\Desktop\KUMC_ppt_template\ku red confetti.pn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303"/>
          <a:stretch/>
        </p:blipFill>
        <p:spPr bwMode="auto">
          <a:xfrm>
            <a:off x="8153936" y="5715001"/>
            <a:ext cx="1203638" cy="114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11" descr="S:\PMP\Printing\EPS Files\Med Center Logos NEW\KUMC Logos\KUMC\MedCntr_REV_UnitHorz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2113" y="5917596"/>
            <a:ext cx="2132733" cy="583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9899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0037" y="429904"/>
            <a:ext cx="10181218" cy="478435"/>
          </a:xfrm>
          <a:custGeom>
            <a:avLst/>
            <a:gdLst>
              <a:gd name="connsiteX0" fmla="*/ 0 w 7467600"/>
              <a:gd name="connsiteY0" fmla="*/ 0 h 685800"/>
              <a:gd name="connsiteX1" fmla="*/ 7467600 w 7467600"/>
              <a:gd name="connsiteY1" fmla="*/ 0 h 685800"/>
              <a:gd name="connsiteX2" fmla="*/ 7467600 w 7467600"/>
              <a:gd name="connsiteY2" fmla="*/ 685800 h 685800"/>
              <a:gd name="connsiteX3" fmla="*/ 0 w 7467600"/>
              <a:gd name="connsiteY3" fmla="*/ 685800 h 685800"/>
              <a:gd name="connsiteX4" fmla="*/ 0 w 7467600"/>
              <a:gd name="connsiteY4" fmla="*/ 0 h 685800"/>
              <a:gd name="connsiteX0" fmla="*/ 0 w 7647308"/>
              <a:gd name="connsiteY0" fmla="*/ 5286 h 691086"/>
              <a:gd name="connsiteX1" fmla="*/ 7647308 w 7647308"/>
              <a:gd name="connsiteY1" fmla="*/ 0 h 691086"/>
              <a:gd name="connsiteX2" fmla="*/ 7467600 w 7647308"/>
              <a:gd name="connsiteY2" fmla="*/ 691086 h 691086"/>
              <a:gd name="connsiteX3" fmla="*/ 0 w 7647308"/>
              <a:gd name="connsiteY3" fmla="*/ 691086 h 691086"/>
              <a:gd name="connsiteX4" fmla="*/ 0 w 7647308"/>
              <a:gd name="connsiteY4" fmla="*/ 5286 h 691086"/>
              <a:gd name="connsiteX0" fmla="*/ 0 w 7647308"/>
              <a:gd name="connsiteY0" fmla="*/ 5286 h 691086"/>
              <a:gd name="connsiteX1" fmla="*/ 7647308 w 7647308"/>
              <a:gd name="connsiteY1" fmla="*/ 0 h 691086"/>
              <a:gd name="connsiteX2" fmla="*/ 7467600 w 7647308"/>
              <a:gd name="connsiteY2" fmla="*/ 691086 h 691086"/>
              <a:gd name="connsiteX3" fmla="*/ 0 w 7647308"/>
              <a:gd name="connsiteY3" fmla="*/ 478435 h 691086"/>
              <a:gd name="connsiteX4" fmla="*/ 0 w 7647308"/>
              <a:gd name="connsiteY4" fmla="*/ 5286 h 691086"/>
              <a:gd name="connsiteX0" fmla="*/ 0 w 7647308"/>
              <a:gd name="connsiteY0" fmla="*/ 5286 h 478435"/>
              <a:gd name="connsiteX1" fmla="*/ 7647308 w 7647308"/>
              <a:gd name="connsiteY1" fmla="*/ 0 h 478435"/>
              <a:gd name="connsiteX2" fmla="*/ 7520763 w 7647308"/>
              <a:gd name="connsiteY2" fmla="*/ 467802 h 478435"/>
              <a:gd name="connsiteX3" fmla="*/ 0 w 7647308"/>
              <a:gd name="connsiteY3" fmla="*/ 478435 h 478435"/>
              <a:gd name="connsiteX4" fmla="*/ 0 w 7647308"/>
              <a:gd name="connsiteY4" fmla="*/ 5286 h 47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47308" h="478435">
                <a:moveTo>
                  <a:pt x="0" y="5286"/>
                </a:moveTo>
                <a:lnTo>
                  <a:pt x="7647308" y="0"/>
                </a:lnTo>
                <a:lnTo>
                  <a:pt x="7520763" y="467802"/>
                </a:lnTo>
                <a:lnTo>
                  <a:pt x="0" y="478435"/>
                </a:lnTo>
                <a:lnTo>
                  <a:pt x="0" y="5286"/>
                </a:lnTo>
                <a:close/>
              </a:path>
            </a:pathLst>
          </a:custGeom>
          <a:solidFill>
            <a:srgbClr val="1F35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CF0A2C"/>
              </a:solidFill>
            </a:endParaRPr>
          </a:p>
        </p:txBody>
      </p:sp>
      <p:pic>
        <p:nvPicPr>
          <p:cNvPr id="10242" name="Picture 2" descr="C:\Users\tjernigan\Desktop\KUMC_ppt_template\ku red confett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72" y="5317"/>
            <a:ext cx="495300" cy="131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S:\PMP\Printing\EPS Files\Med Center Logos NEW\KUMC Logos\KUMC\MedCntr_1C_UnitHorz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1181" y="6125323"/>
            <a:ext cx="1563665" cy="42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 userDrawn="1"/>
        </p:nvCxnSpPr>
        <p:spPr>
          <a:xfrm rot="900000" flipV="1">
            <a:off x="760610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 rot="900000" flipV="1">
            <a:off x="944306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rot="900000" flipV="1">
            <a:off x="1128002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 rot="900000" flipV="1">
            <a:off x="1311698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 rot="900000" flipV="1">
            <a:off x="1495393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 rot="900000" flipV="1">
            <a:off x="1679089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 rot="900000" flipV="1">
            <a:off x="1862785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 rot="900000" flipV="1">
            <a:off x="2046481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 rot="900000" flipV="1">
            <a:off x="2230177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900000" flipV="1">
            <a:off x="2413873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 rot="900000" flipV="1">
            <a:off x="2597568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 rot="900000" flipV="1">
            <a:off x="2964960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 userDrawn="1"/>
        </p:nvCxnSpPr>
        <p:spPr>
          <a:xfrm rot="900000" flipV="1">
            <a:off x="3332352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 userDrawn="1"/>
        </p:nvCxnSpPr>
        <p:spPr>
          <a:xfrm rot="900000" flipV="1">
            <a:off x="3883439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 rot="900000" flipV="1">
            <a:off x="4067135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 rot="900000" flipV="1">
            <a:off x="4250831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>
          <a:xfrm rot="900000" flipV="1">
            <a:off x="4434527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 userDrawn="1"/>
        </p:nvCxnSpPr>
        <p:spPr>
          <a:xfrm rot="900000" flipV="1">
            <a:off x="4618223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 rot="900000" flipV="1">
            <a:off x="4801918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 userDrawn="1"/>
        </p:nvCxnSpPr>
        <p:spPr>
          <a:xfrm rot="900000" flipV="1">
            <a:off x="4985614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 userDrawn="1"/>
        </p:nvCxnSpPr>
        <p:spPr>
          <a:xfrm rot="900000" flipV="1">
            <a:off x="5169310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 userDrawn="1"/>
        </p:nvCxnSpPr>
        <p:spPr>
          <a:xfrm rot="900000" flipV="1">
            <a:off x="5353006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 userDrawn="1"/>
        </p:nvCxnSpPr>
        <p:spPr>
          <a:xfrm rot="900000" flipV="1">
            <a:off x="5536702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 userDrawn="1"/>
        </p:nvCxnSpPr>
        <p:spPr>
          <a:xfrm rot="900000" flipV="1">
            <a:off x="5720398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 userDrawn="1"/>
        </p:nvCxnSpPr>
        <p:spPr>
          <a:xfrm rot="900000" flipV="1">
            <a:off x="5904105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 userDrawn="1"/>
        </p:nvCxnSpPr>
        <p:spPr>
          <a:xfrm rot="900000" flipV="1">
            <a:off x="2781264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 userDrawn="1"/>
        </p:nvCxnSpPr>
        <p:spPr>
          <a:xfrm rot="900000" flipV="1">
            <a:off x="3148656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 userDrawn="1"/>
        </p:nvCxnSpPr>
        <p:spPr>
          <a:xfrm rot="900000" flipV="1">
            <a:off x="3516048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 userDrawn="1"/>
        </p:nvCxnSpPr>
        <p:spPr>
          <a:xfrm rot="900000" flipV="1">
            <a:off x="3699743" y="6562726"/>
            <a:ext cx="0" cy="304801"/>
          </a:xfrm>
          <a:prstGeom prst="line">
            <a:avLst/>
          </a:prstGeom>
          <a:ln w="15875">
            <a:solidFill>
              <a:srgbClr val="CF0A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194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7D71C1-C074-9CF0-E548-553475C83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27FEC-EFF3-6C1F-0685-C96526543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1B4F1-33E1-FAFD-3209-DBB652523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8F95B-D281-E144-889C-397FA1A062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9464C-A367-3E4F-8E19-882607E2E2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E74DA-F327-B0D4-ABB7-FBB56216F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BCBB2-E96D-E743-BE4D-620E95777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12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omim.org/entry/620085" TargetMode="External"/><Relationship Id="rId5" Type="http://schemas.openxmlformats.org/officeDocument/2006/relationships/hyperlink" Target="https://www.omim.org/entry/616500" TargetMode="Externa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5034" y="1576779"/>
            <a:ext cx="105315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Exploring protein abundance and subcellular localization using </a:t>
            </a:r>
            <a:r>
              <a:rPr lang="en-US" sz="6600" dirty="0" err="1"/>
              <a:t>HyperLOPIT</a:t>
            </a:r>
            <a:endParaRPr lang="en-US" sz="6600" b="1" i="1" dirty="0">
              <a:solidFill>
                <a:srgbClr val="FFFFFF"/>
              </a:solidFill>
              <a:latin typeface="Arial" panose="020B0604020202020204" pitchFamily="34" charset="0"/>
              <a:ea typeface="Chronicle Display Light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6028" y="4965522"/>
            <a:ext cx="34121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charset="0"/>
                <a:ea typeface="Gotham Medium" charset="0"/>
                <a:cs typeface="Gotham Medium" charset="0"/>
              </a:rPr>
              <a:t>Olivia Rippee</a:t>
            </a:r>
          </a:p>
          <a:p>
            <a:r>
              <a:rPr lang="en-US" sz="2400" b="1" dirty="0">
                <a:latin typeface="Arial" charset="0"/>
                <a:ea typeface="Gotham Medium" charset="0"/>
                <a:cs typeface="Gotham Medium" charset="0"/>
              </a:rPr>
              <a:t>Final Presentation</a:t>
            </a:r>
          </a:p>
          <a:p>
            <a:r>
              <a:rPr lang="en-US" sz="2400" b="1" dirty="0">
                <a:latin typeface="Arial" charset="0"/>
                <a:ea typeface="Gotham Medium" charset="0"/>
                <a:cs typeface="Gotham Medium" charset="0"/>
              </a:rPr>
              <a:t>May 6, 2024</a:t>
            </a:r>
          </a:p>
        </p:txBody>
      </p:sp>
    </p:spTree>
    <p:extLst>
      <p:ext uri="{BB962C8B-B14F-4D97-AF65-F5344CB8AC3E}">
        <p14:creationId xmlns:p14="http://schemas.microsoft.com/office/powerpoint/2010/main" val="910061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Purpose of Spatial Proteomics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9FD06B-7AC2-45D9-C720-AF9F69E54D37}"/>
              </a:ext>
            </a:extLst>
          </p:cNvPr>
          <p:cNvSpPr txBox="1"/>
          <p:nvPr/>
        </p:nvSpPr>
        <p:spPr>
          <a:xfrm>
            <a:off x="736283" y="1193395"/>
            <a:ext cx="6680517" cy="5218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b="1" dirty="0"/>
              <a:t>Proteomics</a:t>
            </a: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Study of the composition, abundance, structure and function of proteins</a:t>
            </a: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Unlike DNA, the proteome changes depending on the cell type, tissue, and cellular activity</a:t>
            </a:r>
            <a:endParaRPr lang="en-US" dirty="0"/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sz="1600" b="1" dirty="0"/>
              <a:t>Spatial proteomics</a:t>
            </a:r>
          </a:p>
          <a:p>
            <a:pPr marL="285750" lvl="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Quantify protein abundance while providing information about where proteins are localized within the cell</a:t>
            </a: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Protein localization can provide clues about protein function and cellular organization</a:t>
            </a:r>
            <a:endParaRPr lang="en-US" dirty="0"/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b="1" dirty="0"/>
              <a:t>Health Applications</a:t>
            </a: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Locate problems in protein transport associated with diseases</a:t>
            </a: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Integrate knowledge of fundamental biology with disease</a:t>
            </a:r>
          </a:p>
        </p:txBody>
      </p:sp>
      <p:pic>
        <p:nvPicPr>
          <p:cNvPr id="5" name="Picture 4" descr="A colorfully painted surface&#10;&#10;Description automatically generated with medium confidence">
            <a:extLst>
              <a:ext uri="{FF2B5EF4-FFF2-40B4-BE49-F238E27FC236}">
                <a16:creationId xmlns:a16="http://schemas.microsoft.com/office/drawing/2014/main" id="{15741C3F-AFC0-E98B-7E25-409D670FC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549" y="1111497"/>
            <a:ext cx="3851060" cy="2832170"/>
          </a:xfrm>
          <a:prstGeom prst="rect">
            <a:avLst/>
          </a:prstGeom>
        </p:spPr>
      </p:pic>
      <p:pic>
        <p:nvPicPr>
          <p:cNvPr id="8" name="Picture 7" descr="A poster with text and images of bacteria&#10;&#10;Description automatically generated with medium confidence">
            <a:extLst>
              <a:ext uri="{FF2B5EF4-FFF2-40B4-BE49-F238E27FC236}">
                <a16:creationId xmlns:a16="http://schemas.microsoft.com/office/drawing/2014/main" id="{B7CC7CDF-385A-4469-E5E9-F8DBCEE36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1135" y="4221561"/>
            <a:ext cx="4109888" cy="252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73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Spatial Proteomics Tools and Datasets in 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9FD06B-7AC2-45D9-C720-AF9F69E54D37}"/>
              </a:ext>
            </a:extLst>
          </p:cNvPr>
          <p:cNvSpPr txBox="1"/>
          <p:nvPr/>
        </p:nvSpPr>
        <p:spPr>
          <a:xfrm>
            <a:off x="670970" y="1240163"/>
            <a:ext cx="10846116" cy="5104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b="1" dirty="0">
                <a:latin typeface="Calibri (Body)"/>
              </a:rPr>
              <a:t>Main dataset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HyperLOPIT2015: a mass spectrometry-based spatial proteomics dataset containing protein abundance measurements across subcellular fractions, with known marker proteins used to represent different cellular compartments</a:t>
            </a:r>
          </a:p>
          <a:p>
            <a:pPr>
              <a:lnSpc>
                <a:spcPct val="130000"/>
              </a:lnSpc>
            </a:pPr>
            <a:endParaRPr lang="en-US" dirty="0">
              <a:latin typeface="Calibri (Body)"/>
            </a:endParaRPr>
          </a:p>
          <a:p>
            <a:pPr>
              <a:lnSpc>
                <a:spcPct val="130000"/>
              </a:lnSpc>
            </a:pPr>
            <a:r>
              <a:rPr lang="en-US" b="1" dirty="0">
                <a:latin typeface="Calibri (Body)"/>
              </a:rPr>
              <a:t>Datasets for comparison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hyperLOPIT2015ms3r1, hyperLOPIT2015ms3r2 (hyperLOPITU2OS2018, lopitdcU2OS2018)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dirty="0">
              <a:latin typeface="Calibri (Body)"/>
            </a:endParaRPr>
          </a:p>
          <a:p>
            <a:pPr>
              <a:lnSpc>
                <a:spcPct val="130000"/>
              </a:lnSpc>
            </a:pPr>
            <a:r>
              <a:rPr lang="en-US" b="1" dirty="0">
                <a:latin typeface="Calibri (Body)"/>
              </a:rPr>
              <a:t>R packages</a:t>
            </a:r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pRoloc</a:t>
            </a:r>
            <a:r>
              <a:rPr lang="en-US" dirty="0"/>
              <a:t>: spatial proteomics analysis and visualization </a:t>
            </a:r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pRolocdata</a:t>
            </a:r>
            <a:r>
              <a:rPr lang="en-US" dirty="0"/>
              <a:t>: spatial proteomics datasets </a:t>
            </a:r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MSnbase</a:t>
            </a:r>
            <a:r>
              <a:rPr lang="en-US" dirty="0"/>
              <a:t>: mass spectrometry data structures and processing </a:t>
            </a:r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pRolocGUI</a:t>
            </a:r>
            <a:r>
              <a:rPr lang="en-US" dirty="0"/>
              <a:t>: interactive spatial proteomics visualization</a:t>
            </a:r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rpx</a:t>
            </a:r>
            <a:r>
              <a:rPr lang="en-US" dirty="0"/>
              <a:t>: access to proteomics data resources</a:t>
            </a:r>
          </a:p>
        </p:txBody>
      </p:sp>
    </p:spTree>
    <p:extLst>
      <p:ext uri="{BB962C8B-B14F-4D97-AF65-F5344CB8AC3E}">
        <p14:creationId xmlns:p14="http://schemas.microsoft.com/office/powerpoint/2010/main" val="2081671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F7BCD0F-A1FB-35E7-C344-4AF656B7280B}"/>
              </a:ext>
            </a:extLst>
          </p:cNvPr>
          <p:cNvGrpSpPr>
            <a:grpSpLocks noChangeAspect="1"/>
          </p:cNvGrpSpPr>
          <p:nvPr/>
        </p:nvGrpSpPr>
        <p:grpSpPr>
          <a:xfrm>
            <a:off x="6961448" y="1245533"/>
            <a:ext cx="5230552" cy="4794023"/>
            <a:chOff x="1350676" y="1179889"/>
            <a:chExt cx="5749920" cy="5270046"/>
          </a:xfrm>
        </p:grpSpPr>
        <p:pic>
          <p:nvPicPr>
            <p:cNvPr id="6" name="Picture 5" descr="A graph of a number of objects&#10;&#10;Description automatically generated">
              <a:extLst>
                <a:ext uri="{FF2B5EF4-FFF2-40B4-BE49-F238E27FC236}">
                  <a16:creationId xmlns:a16="http://schemas.microsoft.com/office/drawing/2014/main" id="{5AA1AFB4-5F9B-802F-EFF5-B7EBBD68C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0676" y="1179889"/>
              <a:ext cx="5749920" cy="5270046"/>
            </a:xfrm>
            <a:prstGeom prst="rect">
              <a:avLst/>
            </a:prstGeom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6946C10-97D9-1D18-4F44-FC9C378000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3649" y="1836745"/>
              <a:ext cx="467042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7FB676B-AE97-F712-337D-02625C7A9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2765" y="3714036"/>
              <a:ext cx="58189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37A6215-C3EC-C66A-C1E3-2A99224906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6619" y="4926310"/>
              <a:ext cx="77876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w Cen MT" panose="020B0602020104020603" pitchFamily="34" charset="0"/>
              </a:rPr>
              <a:t>Principal Component Analysis - </a:t>
            </a:r>
            <a:r>
              <a:rPr lang="en-US" sz="2800" dirty="0">
                <a:solidFill>
                  <a:schemeClr val="bg1"/>
                </a:solidFill>
                <a:latin typeface="Tw Cen MT" panose="020B0602020104020603" pitchFamily="34" charset="0"/>
                <a:ea typeface="Gotham" charset="0"/>
                <a:cs typeface="Gotham" charset="0"/>
              </a:rPr>
              <a:t>Dimension Reduction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7FB891-6498-6601-3398-227BCEB9432C}"/>
              </a:ext>
            </a:extLst>
          </p:cNvPr>
          <p:cNvSpPr txBox="1"/>
          <p:nvPr/>
        </p:nvSpPr>
        <p:spPr>
          <a:xfrm>
            <a:off x="670970" y="1843058"/>
            <a:ext cx="5763697" cy="3559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Calibri (Body)"/>
              </a:rPr>
              <a:t>PC1</a:t>
            </a:r>
            <a:r>
              <a:rPr lang="en-US" dirty="0">
                <a:latin typeface="Calibri (Body)"/>
              </a:rPr>
              <a:t> captures the largest source of variation (~50%)</a:t>
            </a:r>
          </a:p>
          <a:p>
            <a:pPr marL="285750" lvl="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Calibri (Body)"/>
              </a:rPr>
              <a:t>PC2</a:t>
            </a:r>
            <a:r>
              <a:rPr lang="en-US" dirty="0">
                <a:latin typeface="Calibri (Body)"/>
              </a:rPr>
              <a:t> captures the next largest source of variation (~24%)</a:t>
            </a:r>
          </a:p>
          <a:p>
            <a:pPr marL="285750" lvl="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Calibri (Body)"/>
              </a:rPr>
              <a:t>PC3</a:t>
            </a:r>
            <a:r>
              <a:rPr lang="en-US" dirty="0">
                <a:latin typeface="Calibri (Body)"/>
              </a:rPr>
              <a:t> captures ~8%</a:t>
            </a:r>
            <a:endParaRPr lang="en-US" dirty="0"/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~82% of variation accounted for by 3 variables  </a:t>
            </a:r>
            <a:r>
              <a:rPr lang="en-US" dirty="0"/>
              <a:t>the first few PCs provide a useful summary of the major patterns in the spatial proteomics data</a:t>
            </a: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Why it matters:</a:t>
            </a:r>
            <a:r>
              <a:rPr lang="en-US" dirty="0"/>
              <a:t> Simplifies complex protein data, making the major patterns in spatial organization easier to see</a:t>
            </a:r>
          </a:p>
        </p:txBody>
      </p:sp>
    </p:spTree>
    <p:extLst>
      <p:ext uri="{BB962C8B-B14F-4D97-AF65-F5344CB8AC3E}">
        <p14:creationId xmlns:p14="http://schemas.microsoft.com/office/powerpoint/2010/main" val="293409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Spatial Map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2FC12E-F838-982E-1B1C-CBE8DAD53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1163248"/>
            <a:ext cx="1863926" cy="4309782"/>
          </a:xfrm>
          <a:prstGeom prst="rect">
            <a:avLst/>
          </a:prstGeom>
        </p:spPr>
      </p:pic>
      <p:pic>
        <p:nvPicPr>
          <p:cNvPr id="12" name="Picture 11" descr="A group of colorful dots&#10;&#10;Description automatically generated">
            <a:extLst>
              <a:ext uri="{FF2B5EF4-FFF2-40B4-BE49-F238E27FC236}">
                <a16:creationId xmlns:a16="http://schemas.microsoft.com/office/drawing/2014/main" id="{09845939-014B-A7A4-36E8-9B08A7E2E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236" y="2018521"/>
            <a:ext cx="4610643" cy="35475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40BCFE-8612-9A0A-E0BF-4D69C9A662E5}"/>
              </a:ext>
            </a:extLst>
          </p:cNvPr>
          <p:cNvSpPr txBox="1"/>
          <p:nvPr/>
        </p:nvSpPr>
        <p:spPr>
          <a:xfrm>
            <a:off x="630591" y="1549286"/>
            <a:ext cx="4504266" cy="4485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Colored points = proteins with known subcellular marker annotations</a:t>
            </a:r>
          </a:p>
          <a:p>
            <a:pPr marL="285750" lvl="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Proteins with similar spatial profiles tend to appear near one another in the PCA map </a:t>
            </a:r>
          </a:p>
          <a:p>
            <a:pPr marL="285750" lvl="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Several marker groups form distinct clusters, suggesting that their protein abundance patterns across fractions are characteristic of their cellular compartments</a:t>
            </a: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E.g. 40S and 60S ribosome proteins cluster together – similar spatial profiles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A0D898-A0C5-0ED1-0B86-6645BE2A3648}"/>
              </a:ext>
            </a:extLst>
          </p:cNvPr>
          <p:cNvSpPr txBox="1"/>
          <p:nvPr/>
        </p:nvSpPr>
        <p:spPr>
          <a:xfrm>
            <a:off x="6395773" y="1679967"/>
            <a:ext cx="2325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hyperLOPIT2015</a:t>
            </a:r>
          </a:p>
        </p:txBody>
      </p:sp>
    </p:spTree>
    <p:extLst>
      <p:ext uri="{BB962C8B-B14F-4D97-AF65-F5344CB8AC3E}">
        <p14:creationId xmlns:p14="http://schemas.microsoft.com/office/powerpoint/2010/main" val="2886242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22F16-7396-D3CF-07EA-3721B626D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1911B0-A922-DDC8-4CBB-D17EE7AD41B1}"/>
              </a:ext>
            </a:extLst>
          </p:cNvPr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Profile Plot</a:t>
            </a:r>
          </a:p>
        </p:txBody>
      </p:sp>
      <p:pic>
        <p:nvPicPr>
          <p:cNvPr id="10" name="Picture 9" descr="A graph showing different colored lines&#10;&#10;Description automatically generated">
            <a:extLst>
              <a:ext uri="{FF2B5EF4-FFF2-40B4-BE49-F238E27FC236}">
                <a16:creationId xmlns:a16="http://schemas.microsoft.com/office/drawing/2014/main" id="{AFA28D3B-58FB-F1B3-1FF4-1B6FC9CE3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511" y="1963430"/>
            <a:ext cx="5419836" cy="31695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78B708-C57F-77CE-A2BE-96A4118A3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1163248"/>
            <a:ext cx="1863926" cy="43097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4B803D-33A1-E2C1-466A-2AF1FF940CEC}"/>
              </a:ext>
            </a:extLst>
          </p:cNvPr>
          <p:cNvSpPr txBox="1"/>
          <p:nvPr/>
        </p:nvSpPr>
        <p:spPr>
          <a:xfrm>
            <a:off x="670970" y="1760156"/>
            <a:ext cx="3481688" cy="3971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Each line represents a protein abundance profile across the experimental fractions</a:t>
            </a:r>
          </a:p>
          <a:p>
            <a:pPr marL="285750" lvl="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Proteins from the same compartment tend to show similar abundance patterns across fractions </a:t>
            </a:r>
          </a:p>
          <a:p>
            <a:pPr marL="285750" lvl="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These patterns provide the information used to distinguish subcellular locations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F29E06-2F99-2DA6-A69E-6749AFF9A12C}"/>
              </a:ext>
            </a:extLst>
          </p:cNvPr>
          <p:cNvSpPr txBox="1"/>
          <p:nvPr/>
        </p:nvSpPr>
        <p:spPr>
          <a:xfrm>
            <a:off x="4152658" y="1861757"/>
            <a:ext cx="232551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hyperLOPIT2015</a:t>
            </a:r>
          </a:p>
        </p:txBody>
      </p:sp>
    </p:spTree>
    <p:extLst>
      <p:ext uri="{BB962C8B-B14F-4D97-AF65-F5344CB8AC3E}">
        <p14:creationId xmlns:p14="http://schemas.microsoft.com/office/powerpoint/2010/main" val="313982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Comparison: Spatial Maps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2D8044D-9732-106B-F16A-9C13F23C0365}"/>
              </a:ext>
            </a:extLst>
          </p:cNvPr>
          <p:cNvGrpSpPr>
            <a:grpSpLocks noChangeAspect="1"/>
          </p:cNvGrpSpPr>
          <p:nvPr/>
        </p:nvGrpSpPr>
        <p:grpSpPr>
          <a:xfrm>
            <a:off x="4131732" y="2521905"/>
            <a:ext cx="5687025" cy="2951125"/>
            <a:chOff x="2753423" y="1759669"/>
            <a:chExt cx="7957157" cy="4129147"/>
          </a:xfrm>
        </p:grpSpPr>
        <p:pic>
          <p:nvPicPr>
            <p:cNvPr id="7" name="Picture 6" descr="A group of dots with numbers&#10;&#10;Description automatically generated with medium confidence">
              <a:extLst>
                <a:ext uri="{FF2B5EF4-FFF2-40B4-BE49-F238E27FC236}">
                  <a16:creationId xmlns:a16="http://schemas.microsoft.com/office/drawing/2014/main" id="{D05F981C-65FC-EF2C-4CA5-121E08474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53423" y="1759669"/>
              <a:ext cx="7957157" cy="4129147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FF4B9AB-50CC-97DC-961F-AD49A71FFF11}"/>
                </a:ext>
              </a:extLst>
            </p:cNvPr>
            <p:cNvSpPr/>
            <p:nvPr/>
          </p:nvSpPr>
          <p:spPr>
            <a:xfrm>
              <a:off x="8776441" y="3334872"/>
              <a:ext cx="843856" cy="112955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8E862F4-E8A5-541C-6AB6-26A797238D8C}"/>
                </a:ext>
              </a:extLst>
            </p:cNvPr>
            <p:cNvSpPr/>
            <p:nvPr/>
          </p:nvSpPr>
          <p:spPr>
            <a:xfrm>
              <a:off x="4202041" y="3028951"/>
              <a:ext cx="843856" cy="143547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9758B67-08CF-88CE-9A90-05ACE23A2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1163248"/>
            <a:ext cx="1863926" cy="43097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9E79BB-603F-49F9-0B4B-A11DC1057B98}"/>
              </a:ext>
            </a:extLst>
          </p:cNvPr>
          <p:cNvSpPr txBox="1"/>
          <p:nvPr/>
        </p:nvSpPr>
        <p:spPr>
          <a:xfrm>
            <a:off x="615535" y="1858484"/>
            <a:ext cx="3352754" cy="3971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Compare replicate datasets to assess whether spatial organization is reproducible </a:t>
            </a:r>
          </a:p>
          <a:p>
            <a:pPr marL="285750" lvl="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The two datasets show similar overall arrangements of the major subcellular marker classes </a:t>
            </a: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E.g. the 40S and 60S ribosome groups occupy similar regions in both datasets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F65EE5-63B7-B51D-8DEE-91EB4792AA27}"/>
              </a:ext>
            </a:extLst>
          </p:cNvPr>
          <p:cNvSpPr txBox="1"/>
          <p:nvPr/>
        </p:nvSpPr>
        <p:spPr>
          <a:xfrm>
            <a:off x="4453465" y="2206538"/>
            <a:ext cx="2325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hyperLOPIT2015ms3r1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26BA20-730C-99F9-DFAA-A63EFE6179AD}"/>
              </a:ext>
            </a:extLst>
          </p:cNvPr>
          <p:cNvSpPr txBox="1"/>
          <p:nvPr/>
        </p:nvSpPr>
        <p:spPr>
          <a:xfrm>
            <a:off x="7388576" y="2194945"/>
            <a:ext cx="2325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hyperLOPIT2015ms3r2</a:t>
            </a:r>
          </a:p>
        </p:txBody>
      </p:sp>
    </p:spTree>
    <p:extLst>
      <p:ext uri="{BB962C8B-B14F-4D97-AF65-F5344CB8AC3E}">
        <p14:creationId xmlns:p14="http://schemas.microsoft.com/office/powerpoint/2010/main" val="3457624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Comparison: Profile Plots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AD671A-02F6-6C2E-9D65-1928C2588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1163248"/>
            <a:ext cx="1863926" cy="43097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71A53F-4E09-98A1-0CDA-243E87AD4084}"/>
              </a:ext>
            </a:extLst>
          </p:cNvPr>
          <p:cNvSpPr txBox="1"/>
          <p:nvPr/>
        </p:nvSpPr>
        <p:spPr>
          <a:xfrm>
            <a:off x="643635" y="1705729"/>
            <a:ext cx="3573653" cy="3919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Protein intensities vary somewhat between replicates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dirty="0"/>
              <a:t>     (e.g. X130C = 0.2 in r1, 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dirty="0"/>
              <a:t>                      but 0.4 in r2)</a:t>
            </a: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However, the overall shape of the spatial profiles is similar</a:t>
            </a: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Similar profiles across replicates support the reproducibility of the observed spatial organization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E4FA4E5-FA46-2AA2-9069-D4D826D3D161}"/>
              </a:ext>
            </a:extLst>
          </p:cNvPr>
          <p:cNvGrpSpPr/>
          <p:nvPr/>
        </p:nvGrpSpPr>
        <p:grpSpPr>
          <a:xfrm>
            <a:off x="4374441" y="1577140"/>
            <a:ext cx="5590824" cy="2018776"/>
            <a:chOff x="4391376" y="826340"/>
            <a:chExt cx="5590824" cy="2018776"/>
          </a:xfrm>
        </p:grpSpPr>
        <p:pic>
          <p:nvPicPr>
            <p:cNvPr id="6" name="Picture 5" descr="A graph of different colored lines&#10;&#10;Description automatically generated with medium confidence">
              <a:extLst>
                <a:ext uri="{FF2B5EF4-FFF2-40B4-BE49-F238E27FC236}">
                  <a16:creationId xmlns:a16="http://schemas.microsoft.com/office/drawing/2014/main" id="{12E2FA91-4784-29BA-7A68-1FAD6A235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612" b="56058"/>
            <a:stretch>
              <a:fillRect/>
            </a:stretch>
          </p:blipFill>
          <p:spPr>
            <a:xfrm>
              <a:off x="4436533" y="1161064"/>
              <a:ext cx="5545667" cy="1684052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FC61C0A-19BB-A2BD-3314-AC6FADF4FE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8575" y="2039827"/>
              <a:ext cx="435778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4A878E9-D942-7E93-BC52-13BAB4B78828}"/>
                </a:ext>
              </a:extLst>
            </p:cNvPr>
            <p:cNvSpPr txBox="1"/>
            <p:nvPr/>
          </p:nvSpPr>
          <p:spPr>
            <a:xfrm>
              <a:off x="4391376" y="826340"/>
              <a:ext cx="23255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hyperLOPIT2015ms3r1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77E23DA-E817-86EF-D886-C4A286A08923}"/>
              </a:ext>
            </a:extLst>
          </p:cNvPr>
          <p:cNvGrpSpPr/>
          <p:nvPr/>
        </p:nvGrpSpPr>
        <p:grpSpPr>
          <a:xfrm>
            <a:off x="4374440" y="3665561"/>
            <a:ext cx="5590825" cy="2024501"/>
            <a:chOff x="4391375" y="3089772"/>
            <a:chExt cx="5590825" cy="2024501"/>
          </a:xfrm>
        </p:grpSpPr>
        <p:pic>
          <p:nvPicPr>
            <p:cNvPr id="22" name="Picture 21" descr="A graph of different colored lines&#10;&#10;Description automatically generated with medium confidence">
              <a:extLst>
                <a:ext uri="{FF2B5EF4-FFF2-40B4-BE49-F238E27FC236}">
                  <a16:creationId xmlns:a16="http://schemas.microsoft.com/office/drawing/2014/main" id="{5E8F207E-CD11-5FBF-C1C9-046E509DA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-488" t="62263" r="488" b="-593"/>
            <a:stretch>
              <a:fillRect/>
            </a:stretch>
          </p:blipFill>
          <p:spPr>
            <a:xfrm>
              <a:off x="4436533" y="3430221"/>
              <a:ext cx="5545667" cy="1684052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C723BCF-98E4-935C-D03C-67EB19F84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41153" y="4107717"/>
              <a:ext cx="435778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BC16AEB-3B7B-5075-E953-3D4A74A283A3}"/>
                </a:ext>
              </a:extLst>
            </p:cNvPr>
            <p:cNvSpPr txBox="1"/>
            <p:nvPr/>
          </p:nvSpPr>
          <p:spPr>
            <a:xfrm>
              <a:off x="4391375" y="3089772"/>
              <a:ext cx="23255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hyperLOPIT2015ms3r2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C51B2B67-38C3-DC95-252A-B1AD72748C76}"/>
              </a:ext>
            </a:extLst>
          </p:cNvPr>
          <p:cNvSpPr txBox="1"/>
          <p:nvPr/>
        </p:nvSpPr>
        <p:spPr>
          <a:xfrm>
            <a:off x="6265330" y="5727303"/>
            <a:ext cx="23255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Fractions</a:t>
            </a:r>
          </a:p>
        </p:txBody>
      </p:sp>
    </p:spTree>
    <p:extLst>
      <p:ext uri="{BB962C8B-B14F-4D97-AF65-F5344CB8AC3E}">
        <p14:creationId xmlns:p14="http://schemas.microsoft.com/office/powerpoint/2010/main" val="768704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FFFFFF"/>
                </a:solidFill>
                <a:latin typeface="Tw Cen MT" panose="020B0602020104020603" pitchFamily="34" charset="77"/>
              </a:rPr>
              <a:t>QSep</a:t>
            </a:r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</a:rPr>
              <a:t> Subcellular Cluster Separation</a:t>
            </a:r>
          </a:p>
        </p:txBody>
      </p:sp>
      <p:pic>
        <p:nvPicPr>
          <p:cNvPr id="4" name="Picture 3" descr="A red and blue squares with black text&#10;&#10;Description automatically generated">
            <a:extLst>
              <a:ext uri="{FF2B5EF4-FFF2-40B4-BE49-F238E27FC236}">
                <a16:creationId xmlns:a16="http://schemas.microsoft.com/office/drawing/2014/main" id="{8E87DC29-0A10-7038-5172-853A4B83E9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37" t="2251" r="6499"/>
          <a:stretch>
            <a:fillRect/>
          </a:stretch>
        </p:blipFill>
        <p:spPr>
          <a:xfrm>
            <a:off x="5475110" y="1072444"/>
            <a:ext cx="6445955" cy="57855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605BDA-A9B8-0591-7FC0-F4D1DD5688BB}"/>
              </a:ext>
            </a:extLst>
          </p:cNvPr>
          <p:cNvSpPr txBox="1"/>
          <p:nvPr/>
        </p:nvSpPr>
        <p:spPr>
          <a:xfrm>
            <a:off x="670970" y="1394716"/>
            <a:ext cx="4996052" cy="4829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Compares the spatial profiles of known subcellular compartments </a:t>
            </a:r>
          </a:p>
          <a:p>
            <a:pPr marL="285750" lvl="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Provides a quantitative measure of how distinct the compartments are</a:t>
            </a: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u="sng" dirty="0"/>
              <a:t>Diagonal</a:t>
            </a:r>
            <a:r>
              <a:rPr lang="en-US" sz="1600" dirty="0"/>
              <a:t>: within-compartment normalized distance (1)</a:t>
            </a: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u="sng" dirty="0"/>
              <a:t>Off-diagonal</a:t>
            </a:r>
            <a:r>
              <a:rPr lang="en-US" sz="1600" dirty="0"/>
              <a:t>: between-compartment distance</a:t>
            </a: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Higher values of indicate greater profile separation relative to within-cluster variation</a:t>
            </a: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E.g. 40S and 60S ribosomes have a relatively low distance (~2.7) 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similar spatial profiles</a:t>
            </a: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E.g. actin cytoskeleton and mitochondria have a much larger distance (~5.5) 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more distinct spatial profiles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5E293-233E-8FF9-12ED-9D26FBC65C39}"/>
              </a:ext>
            </a:extLst>
          </p:cNvPr>
          <p:cNvSpPr txBox="1"/>
          <p:nvPr/>
        </p:nvSpPr>
        <p:spPr>
          <a:xfrm>
            <a:off x="9866489" y="6272713"/>
            <a:ext cx="2325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hyperLOPIT2015</a:t>
            </a:r>
          </a:p>
        </p:txBody>
      </p:sp>
    </p:spTree>
    <p:extLst>
      <p:ext uri="{BB962C8B-B14F-4D97-AF65-F5344CB8AC3E}">
        <p14:creationId xmlns:p14="http://schemas.microsoft.com/office/powerpoint/2010/main" val="1487993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</a:rPr>
              <a:t>Subcellular Location Profiles Across Fractions</a:t>
            </a:r>
          </a:p>
        </p:txBody>
      </p:sp>
      <p:pic>
        <p:nvPicPr>
          <p:cNvPr id="4" name="Picture 3" descr="A diagram of a sample&#10;&#10;Description automatically generated with medium confidence">
            <a:extLst>
              <a:ext uri="{FF2B5EF4-FFF2-40B4-BE49-F238E27FC236}">
                <a16:creationId xmlns:a16="http://schemas.microsoft.com/office/drawing/2014/main" id="{78EA1CAB-F72C-12BF-8ACD-CB3CE1570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179" y="1633952"/>
            <a:ext cx="5836354" cy="40761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2FEC55-149C-C0BE-5697-6C208E942780}"/>
              </a:ext>
            </a:extLst>
          </p:cNvPr>
          <p:cNvSpPr txBox="1"/>
          <p:nvPr/>
        </p:nvSpPr>
        <p:spPr>
          <a:xfrm>
            <a:off x="670970" y="1724522"/>
            <a:ext cx="5300852" cy="3895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Each row represents the average abundance profile of proteins associated with that compartment</a:t>
            </a:r>
          </a:p>
          <a:p>
            <a:pPr marL="285750" lvl="0" indent="-2857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Similar patterns across fractions indicate similar spatial profiles</a:t>
            </a:r>
          </a:p>
          <a:p>
            <a:pPr marL="285750" indent="-2857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Different compartments show different abundance patterns across the fractions, providing a spatial signature for each cellular location</a:t>
            </a:r>
          </a:p>
          <a:p>
            <a:pPr marL="285750" indent="-2857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40S and 60S ribosomes show similar patterns across fractions (consistent with their relationship in the spatial map and profile plot)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CE3029-D2EF-188F-F1C6-348A96E5A885}"/>
              </a:ext>
            </a:extLst>
          </p:cNvPr>
          <p:cNvSpPr txBox="1"/>
          <p:nvPr/>
        </p:nvSpPr>
        <p:spPr>
          <a:xfrm>
            <a:off x="9866489" y="1088598"/>
            <a:ext cx="2325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hyperLOPIT2015</a:t>
            </a:r>
          </a:p>
        </p:txBody>
      </p:sp>
    </p:spTree>
    <p:extLst>
      <p:ext uri="{BB962C8B-B14F-4D97-AF65-F5344CB8AC3E}">
        <p14:creationId xmlns:p14="http://schemas.microsoft.com/office/powerpoint/2010/main" val="97163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</a:rPr>
              <a:t>Hierarchical Clustering of Subcellular Locations</a:t>
            </a:r>
            <a:endParaRPr lang="en-US" sz="2800" dirty="0">
              <a:solidFill>
                <a:srgbClr val="FFFFFF"/>
              </a:solidFill>
              <a:latin typeface="Tw Cen MT" panose="020B0602020104020603" pitchFamily="34" charset="77"/>
              <a:ea typeface="Gotham" charset="0"/>
              <a:cs typeface="Gotham" charset="0"/>
            </a:endParaRPr>
          </a:p>
        </p:txBody>
      </p:sp>
      <p:pic>
        <p:nvPicPr>
          <p:cNvPr id="4" name="Picture 3" descr="A diagram of a structure&#10;&#10;Description automatically generated">
            <a:extLst>
              <a:ext uri="{FF2B5EF4-FFF2-40B4-BE49-F238E27FC236}">
                <a16:creationId xmlns:a16="http://schemas.microsoft.com/office/drawing/2014/main" id="{AD431C2A-3C2C-AABB-94CD-43AFCFCED2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349" b="10088"/>
          <a:stretch/>
        </p:blipFill>
        <p:spPr>
          <a:xfrm>
            <a:off x="5187598" y="1243438"/>
            <a:ext cx="6367856" cy="40171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05A910-3AF5-D890-D547-50071D57C8FC}"/>
              </a:ext>
            </a:extLst>
          </p:cNvPr>
          <p:cNvSpPr txBox="1"/>
          <p:nvPr/>
        </p:nvSpPr>
        <p:spPr>
          <a:xfrm>
            <a:off x="636546" y="1471652"/>
            <a:ext cx="4001621" cy="4793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Compartments (subcellular locations) that join together at shorter distances have more similar average protein profiles</a:t>
            </a: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The dendrogram groups compartments based on similarities in their spatial profiles</a:t>
            </a: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Similar spatial protein profiles:</a:t>
            </a:r>
          </a:p>
          <a:p>
            <a:pPr marL="742950" lvl="1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40S and 60S ribosomes</a:t>
            </a:r>
          </a:p>
          <a:p>
            <a:pPr marL="742950" lvl="1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Endosome and lysosome </a:t>
            </a:r>
          </a:p>
          <a:p>
            <a:pPr marL="742950" lvl="1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Cytosol and proteasome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6D9DBB-5BFF-C1A6-4A2F-476096046116}"/>
              </a:ext>
            </a:extLst>
          </p:cNvPr>
          <p:cNvSpPr txBox="1"/>
          <p:nvPr/>
        </p:nvSpPr>
        <p:spPr>
          <a:xfrm>
            <a:off x="9414934" y="4941157"/>
            <a:ext cx="2325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hyperLOPIT2015</a:t>
            </a:r>
          </a:p>
        </p:txBody>
      </p:sp>
    </p:spTree>
    <p:extLst>
      <p:ext uri="{BB962C8B-B14F-4D97-AF65-F5344CB8AC3E}">
        <p14:creationId xmlns:p14="http://schemas.microsoft.com/office/powerpoint/2010/main" val="3405783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B64D10-CA72-CF04-195C-11B0189C1F05}"/>
              </a:ext>
            </a:extLst>
          </p:cNvPr>
          <p:cNvSpPr/>
          <p:nvPr/>
        </p:nvSpPr>
        <p:spPr>
          <a:xfrm>
            <a:off x="533998" y="6604000"/>
            <a:ext cx="5921829" cy="2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170825-5E60-62BB-5CE2-6D8A2CE44021}"/>
              </a:ext>
            </a:extLst>
          </p:cNvPr>
          <p:cNvSpPr/>
          <p:nvPr/>
        </p:nvSpPr>
        <p:spPr>
          <a:xfrm>
            <a:off x="10086109" y="5934273"/>
            <a:ext cx="1745673" cy="819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Protein Abundance Heatmap</a:t>
            </a:r>
          </a:p>
        </p:txBody>
      </p:sp>
      <p:pic>
        <p:nvPicPr>
          <p:cNvPr id="5" name="Picture 4" descr="A close-up of a graph&#10;&#10;Description automatically generated">
            <a:extLst>
              <a:ext uri="{FF2B5EF4-FFF2-40B4-BE49-F238E27FC236}">
                <a16:creationId xmlns:a16="http://schemas.microsoft.com/office/drawing/2014/main" id="{36EF9EBB-4579-29FE-56FA-FD8DD0F87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98" y="939463"/>
            <a:ext cx="6410464" cy="58733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6C090C-11FC-1EAD-5F55-07CA4C635A08}"/>
              </a:ext>
            </a:extLst>
          </p:cNvPr>
          <p:cNvSpPr txBox="1"/>
          <p:nvPr/>
        </p:nvSpPr>
        <p:spPr>
          <a:xfrm>
            <a:off x="7118242" y="1785485"/>
            <a:ext cx="4713540" cy="4073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Visualizes protein abundance across </a:t>
            </a:r>
            <a:r>
              <a:rPr lang="en-US" dirty="0" err="1"/>
              <a:t>HyperLOPIT</a:t>
            </a:r>
            <a:r>
              <a:rPr lang="en-US" dirty="0"/>
              <a:t> fractions </a:t>
            </a:r>
          </a:p>
          <a:p>
            <a:pPr marL="285750" lvl="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Rows = individual proteins</a:t>
            </a:r>
          </a:p>
          <a:p>
            <a:pPr marL="285750" lvl="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Columns = experimental fractions </a:t>
            </a:r>
          </a:p>
          <a:p>
            <a:pPr marL="285750" lvl="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Color intensity = relative abundance </a:t>
            </a:r>
          </a:p>
          <a:p>
            <a:pPr marL="285750" lvl="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Clustering groups proteins with similar abundance patterns </a:t>
            </a:r>
          </a:p>
          <a:p>
            <a:pPr marL="285750" lvl="0" indent="-28575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Reveals patterns that can help distinguish subcellular localization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CC564B-0868-A477-D812-265468208C1B}"/>
              </a:ext>
            </a:extLst>
          </p:cNvPr>
          <p:cNvSpPr txBox="1"/>
          <p:nvPr/>
        </p:nvSpPr>
        <p:spPr>
          <a:xfrm>
            <a:off x="-112889" y="1561765"/>
            <a:ext cx="2325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hyperLOPIT2015</a:t>
            </a:r>
          </a:p>
        </p:txBody>
      </p:sp>
    </p:spTree>
    <p:extLst>
      <p:ext uri="{BB962C8B-B14F-4D97-AF65-F5344CB8AC3E}">
        <p14:creationId xmlns:p14="http://schemas.microsoft.com/office/powerpoint/2010/main" val="387905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A2ACC-6C41-CB7B-15F3-5A7C8E1C8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908D227-089C-80E9-E1DB-D419590086E0}"/>
              </a:ext>
            </a:extLst>
          </p:cNvPr>
          <p:cNvSpPr/>
          <p:nvPr/>
        </p:nvSpPr>
        <p:spPr>
          <a:xfrm>
            <a:off x="533998" y="6604000"/>
            <a:ext cx="5921829" cy="2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8DD64D-3733-11DD-7D16-A6B2BAC008AA}"/>
              </a:ext>
            </a:extLst>
          </p:cNvPr>
          <p:cNvSpPr/>
          <p:nvPr/>
        </p:nvSpPr>
        <p:spPr>
          <a:xfrm>
            <a:off x="10086109" y="5934273"/>
            <a:ext cx="1745673" cy="819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995181-2A17-95F3-6B06-C8A84690FD3F}"/>
              </a:ext>
            </a:extLst>
          </p:cNvPr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Protein Abundance Heatmap</a:t>
            </a:r>
          </a:p>
        </p:txBody>
      </p:sp>
      <p:pic>
        <p:nvPicPr>
          <p:cNvPr id="5" name="Picture 4" descr="A close-up of a graph&#10;&#10;Description automatically generated">
            <a:extLst>
              <a:ext uri="{FF2B5EF4-FFF2-40B4-BE49-F238E27FC236}">
                <a16:creationId xmlns:a16="http://schemas.microsoft.com/office/drawing/2014/main" id="{F46CAF09-9915-7FAE-3A9F-B2AD88866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98" y="939463"/>
            <a:ext cx="6410464" cy="58733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4D7896-5862-C942-FD78-7A997CA68C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53" b="46967"/>
          <a:stretch/>
        </p:blipFill>
        <p:spPr>
          <a:xfrm>
            <a:off x="6096000" y="1270369"/>
            <a:ext cx="5921829" cy="1938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CB91D9-78A1-0C05-6497-B687423FC1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2886" t="-1" r="1322" b="50198"/>
          <a:stretch/>
        </p:blipFill>
        <p:spPr>
          <a:xfrm>
            <a:off x="11056720" y="1676919"/>
            <a:ext cx="775062" cy="4075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5EF52F-46F5-02E3-14FD-84DED0DA6AC3}"/>
              </a:ext>
            </a:extLst>
          </p:cNvPr>
          <p:cNvSpPr txBox="1"/>
          <p:nvPr/>
        </p:nvSpPr>
        <p:spPr>
          <a:xfrm>
            <a:off x="7118242" y="1905390"/>
            <a:ext cx="4713540" cy="4627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b="1" dirty="0"/>
              <a:t>Selected Examples (OMIM Search)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u="sng" dirty="0"/>
              <a:t>Q99M07 = Coa5 [</a:t>
            </a:r>
            <a:r>
              <a:rPr lang="en-US" sz="1600" u="sng" dirty="0" err="1"/>
              <a:t>Uniprot</a:t>
            </a:r>
            <a:r>
              <a:rPr lang="en-US" sz="1600" u="sng" dirty="0"/>
              <a:t>]</a:t>
            </a:r>
          </a:p>
          <a:p>
            <a:pPr marL="742950" lvl="1" indent="-285750"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US" sz="1600" dirty="0"/>
              <a:t>Function: involved in an early step of the mitochondrial complex IV assembly process</a:t>
            </a:r>
          </a:p>
          <a:p>
            <a:pPr marL="742950" lvl="1" indent="-285750"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US" sz="1600" dirty="0"/>
              <a:t>Disease: Mitochondrial complex IV deficiency (MC4DN9; </a:t>
            </a:r>
            <a:r>
              <a:rPr lang="en-US" sz="1600" dirty="0">
                <a:hlinkClick r:id="rId5"/>
              </a:rPr>
              <a:t>616500</a:t>
            </a:r>
            <a:r>
              <a:rPr lang="en-US" sz="1600" dirty="0"/>
              <a:t>) </a:t>
            </a:r>
            <a:r>
              <a:rPr lang="en-US" sz="1600" dirty="0">
                <a:sym typeface="Wingdings" panose="05000000000000000000" pitchFamily="2" charset="2"/>
              </a:rPr>
              <a:t> </a:t>
            </a:r>
            <a:r>
              <a:rPr lang="en-US" sz="1600" b="1" dirty="0"/>
              <a:t>fatal infantile </a:t>
            </a:r>
            <a:r>
              <a:rPr lang="en-US" sz="1600" b="1" dirty="0" err="1"/>
              <a:t>cardioencephalomyopathy</a:t>
            </a:r>
            <a:r>
              <a:rPr lang="en-US" sz="1600" dirty="0"/>
              <a:t> [OMIM]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u="sng" dirty="0"/>
              <a:t>P56480 = Atp5f1b [</a:t>
            </a:r>
            <a:r>
              <a:rPr lang="en-US" sz="1600" u="sng" dirty="0" err="1"/>
              <a:t>Uniprot</a:t>
            </a:r>
            <a:r>
              <a:rPr lang="en-US" sz="1600" u="sng" dirty="0"/>
              <a:t>]</a:t>
            </a:r>
          </a:p>
          <a:p>
            <a:pPr marL="742950" lvl="1" indent="-285750"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US" sz="1600" dirty="0"/>
              <a:t>Function: Mitochondrial membrane ATP synthase</a:t>
            </a:r>
          </a:p>
          <a:p>
            <a:pPr marL="742950" lvl="1" indent="-285750"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US" sz="1600" dirty="0"/>
              <a:t>Disease: uncoupled mitochondrial oxidative phosphorylation-2 (HUMOP2; </a:t>
            </a:r>
            <a:r>
              <a:rPr lang="en-US" sz="1600" dirty="0">
                <a:hlinkClick r:id="rId6"/>
              </a:rPr>
              <a:t>620085</a:t>
            </a:r>
            <a:r>
              <a:rPr lang="en-US" sz="1600" dirty="0"/>
              <a:t>) </a:t>
            </a:r>
            <a:r>
              <a:rPr lang="en-US" sz="1600" dirty="0">
                <a:sym typeface="Wingdings" panose="05000000000000000000" pitchFamily="2" charset="2"/>
              </a:rPr>
              <a:t> </a:t>
            </a:r>
            <a:r>
              <a:rPr lang="en-US" sz="1600" b="1" dirty="0"/>
              <a:t>hypermetabolism</a:t>
            </a:r>
            <a:r>
              <a:rPr lang="en-US" sz="1600" dirty="0"/>
              <a:t> [OMIM]</a:t>
            </a:r>
            <a:endParaRPr lang="en-US" sz="1600" b="1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E392C7-5C21-6503-6951-DECBC7AF71A4}"/>
              </a:ext>
            </a:extLst>
          </p:cNvPr>
          <p:cNvSpPr txBox="1"/>
          <p:nvPr/>
        </p:nvSpPr>
        <p:spPr>
          <a:xfrm>
            <a:off x="-112889" y="1561765"/>
            <a:ext cx="2325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hyperLOPIT2015</a:t>
            </a:r>
          </a:p>
        </p:txBody>
      </p:sp>
    </p:spTree>
    <p:extLst>
      <p:ext uri="{BB962C8B-B14F-4D97-AF65-F5344CB8AC3E}">
        <p14:creationId xmlns:p14="http://schemas.microsoft.com/office/powerpoint/2010/main" val="230676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3F35A5-47E9-8605-CC7B-F3F0675FBCD8}"/>
              </a:ext>
            </a:extLst>
          </p:cNvPr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Key Takeaways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9EB879-AB21-C1B7-205D-AD0827F42339}"/>
              </a:ext>
            </a:extLst>
          </p:cNvPr>
          <p:cNvSpPr txBox="1"/>
          <p:nvPr/>
        </p:nvSpPr>
        <p:spPr>
          <a:xfrm>
            <a:off x="670969" y="1392630"/>
            <a:ext cx="10979163" cy="4587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HyperLOPIT</a:t>
            </a:r>
            <a:r>
              <a:rPr lang="en-US" dirty="0"/>
              <a:t> data reveal distinct spatial patterns of protein abundance across subcellular compartments</a:t>
            </a:r>
          </a:p>
          <a:p>
            <a:pPr marL="342900" lvl="0" indent="-34290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Known marker proteins form recognizable spatial clusters, supporting the ability to distinguish cellular locations</a:t>
            </a:r>
          </a:p>
          <a:p>
            <a:pPr marL="342900" lvl="0" indent="-34290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PCA summarizes the major sources of variation in the spatial proteomics dataset</a:t>
            </a:r>
          </a:p>
          <a:p>
            <a:pPr marL="342900" lvl="0" indent="-34290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QSep</a:t>
            </a:r>
            <a:r>
              <a:rPr lang="en-US" dirty="0"/>
              <a:t> and hierarchical clustering show that some subcellular compartments have more similar spatial profiles than others</a:t>
            </a:r>
          </a:p>
          <a:p>
            <a:pPr marL="342900" lvl="0" indent="-34290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Replicate </a:t>
            </a:r>
            <a:r>
              <a:rPr lang="en-US" dirty="0" err="1"/>
              <a:t>HyperLOPIT</a:t>
            </a:r>
            <a:r>
              <a:rPr lang="en-US" dirty="0"/>
              <a:t> datasets show similar spatial organization, supporting reproducibility of the observed patterns</a:t>
            </a:r>
          </a:p>
          <a:p>
            <a:pPr marL="342900" lvl="0" indent="-34290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Protein abundance profiles provide the underlying information used to characterize subcellular localization</a:t>
            </a:r>
          </a:p>
          <a:p>
            <a:pPr marL="342900" lvl="0" indent="-34290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Together, these analyses demonstrate how computational methods can be used to explore protein localization and cellular organization from spatial proteomics data</a:t>
            </a:r>
          </a:p>
        </p:txBody>
      </p:sp>
    </p:spTree>
    <p:extLst>
      <p:ext uri="{BB962C8B-B14F-4D97-AF65-F5344CB8AC3E}">
        <p14:creationId xmlns:p14="http://schemas.microsoft.com/office/powerpoint/2010/main" val="1215046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0970" y="416010"/>
            <a:ext cx="931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w Cen MT" panose="020B0602020104020603" pitchFamily="34" charset="77"/>
                <a:ea typeface="Gotham" charset="0"/>
                <a:cs typeface="Gotham" charset="0"/>
              </a:rPr>
              <a:t>References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AD3F55C-17B2-7407-4305-F11A2C295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012" y="1271344"/>
            <a:ext cx="10956788" cy="49859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/>
              <a:t>Al-</a:t>
            </a:r>
            <a:r>
              <a:rPr lang="en-US" sz="1200" dirty="0" err="1"/>
              <a:t>Amrani</a:t>
            </a:r>
            <a:r>
              <a:rPr lang="en-US" sz="1200" dirty="0"/>
              <a:t> S, Al-Jabri Z, Al-Zaabi A, </a:t>
            </a:r>
            <a:r>
              <a:rPr lang="en-US" sz="1200" dirty="0" err="1"/>
              <a:t>Alshekaili</a:t>
            </a:r>
            <a:r>
              <a:rPr lang="en-US" sz="1200" dirty="0"/>
              <a:t> J, Al-</a:t>
            </a:r>
            <a:r>
              <a:rPr lang="en-US" sz="1200" dirty="0" err="1"/>
              <a:t>Khabori</a:t>
            </a:r>
            <a:r>
              <a:rPr lang="en-US" sz="1200" dirty="0"/>
              <a:t> M. Proteomics: Concepts and applications in human medicine. World J Biol Chem. 2021 Sep 27;12(5):57-69. </a:t>
            </a:r>
            <a:r>
              <a:rPr lang="en-US" sz="1200" dirty="0" err="1"/>
              <a:t>doi</a:t>
            </a:r>
            <a:r>
              <a:rPr lang="en-US" sz="1200" dirty="0"/>
              <a:t>: 10.4331/wjbc.v12.i5.57. PMID: 34630910; PMCID: PMC8473418.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Gatto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L,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Breckels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LM,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Wieczorek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S, Burger T, Lilley KS. Mass-spectrometry-based spatial proteomics data analysis using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pRoloc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and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pRolocdata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. Bioinformatics. 2014 May 1;30(9):1322-4. doi:10.1093/bioinformatics/btu013.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Epub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2014 Jan 11. PubMed PMID: 24413670; PubMed Central PMCID: PMC3998135.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Breckels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LM,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Gatto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L,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Christoforou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A, Groen AJ, Lilley KS, Trotter MW. The effect of organelle discovery upon sub-cellular protein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localisation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. J Proteomics. 2013 Mar 21.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doi:pii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: S1874-3919(13)00094-8. 10.1016/j.jprot.2013.02.019. PubMed PMID: 23523639. Gatto 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Breckels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L.M., Burger T, Nightingale D.J.H., Groen A.J., Campbell C., Mulvey C.M.,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Christoforou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A., Ferro M., Lilley K.S. 'A foundation for reliable spatial proteomics data analysis' Mol Cell Proteomics. 2014 May 20.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Breckels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LM, Holden SB,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Wojnar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D, Mulvey CM,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Christoforou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A, Groen A, Trotter MW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Kohlbacher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O, Lilley KS,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Gatto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L. Learning from Heterogeneous Data Sources: An Application in Spatial Proteomics.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PLoS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Comput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Biol. 2016 May 13;12(5):e1004920.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doi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: 10.1371/journal.pcbi.1004920.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Breckels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LM, Mulvey CM, Lilley KS and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Gatto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L. A Bioconductor workflow for processing and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analysing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spatial proteomics data. [version 2; peer review: 2 approved]. F1000Research 2018, 5:2926 (https://doi.org/10.12688/f1000research.10411.2).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Crook OM,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Breckels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LM, Lilley KS, Kirk PWD,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Gatto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L. A Bioconductor workflow for the Bayesian analysis of spatial proteomics [version 1; peer review: awaiting peer review]. F1000Research 2019, 8:446 (https://doi.org/10.12688/f1000research.18636.1)</a:t>
            </a:r>
            <a:r>
              <a:rPr lang="en-US" altLang="en-US" sz="1200" dirty="0"/>
              <a:t>.</a:t>
            </a:r>
            <a:endParaRPr kumimoji="0" lang="en-US" altLang="en-US" sz="12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Laurent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Gatto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and Kathryn S. Lilley.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MSnbase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an R/Bioconductor package for isobaric tagged mass spectrometry data visualization, processing and quantitation. Bioinformatics 28, 288-289 (2012).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Laurent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Gatto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 Sebastien Gibb and Johannes Rainer.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MSnbase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 efficient and elegant R-based processing and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visualisation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of raw mass spectrometry data. bioRxiv 2020.04.29.067868; 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doi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: https://doi.org/10.1101/2020.04.29.067868 (2020).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7111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10962</TotalTime>
  <Words>1481</Words>
  <Application>Microsoft Office PowerPoint</Application>
  <PresentationFormat>Widescreen</PresentationFormat>
  <Paragraphs>154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(Body)</vt:lpstr>
      <vt:lpstr>Calibri Light</vt:lpstr>
      <vt:lpstr>Courier New</vt:lpstr>
      <vt:lpstr>Tw Cen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Myers</dc:creator>
  <cp:lastModifiedBy>Olivia Rippee</cp:lastModifiedBy>
  <cp:revision>31</cp:revision>
  <dcterms:created xsi:type="dcterms:W3CDTF">2023-01-03T21:47:07Z</dcterms:created>
  <dcterms:modified xsi:type="dcterms:W3CDTF">2026-08-20T19:58:55Z</dcterms:modified>
</cp:coreProperties>
</file>