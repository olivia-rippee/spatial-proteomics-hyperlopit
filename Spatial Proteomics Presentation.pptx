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3" r:id="rId2"/>
    <p:sldId id="264" r:id="rId3"/>
    <p:sldId id="280" r:id="rId4"/>
    <p:sldId id="278" r:id="rId5"/>
    <p:sldId id="270" r:id="rId6"/>
    <p:sldId id="272" r:id="rId7"/>
    <p:sldId id="273" r:id="rId8"/>
    <p:sldId id="274" r:id="rId9"/>
    <p:sldId id="275" r:id="rId10"/>
    <p:sldId id="276" r:id="rId11"/>
    <p:sldId id="277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BDD"/>
    <a:srgbClr val="00F9FF"/>
    <a:srgbClr val="C900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7"/>
    <p:restoredTop sz="77070" autoAdjust="0"/>
  </p:normalViewPr>
  <p:slideViewPr>
    <p:cSldViewPr snapToGrid="0">
      <p:cViewPr varScale="1">
        <p:scale>
          <a:sx n="65" d="100"/>
          <a:sy n="65" d="100"/>
        </p:scale>
        <p:origin x="15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a Rippee" userId="af7d865e-fcb0-4d64-ac8d-443260c6711b" providerId="ADAL" clId="{E9B99A3B-0AD4-4FB7-9FD0-DF874920BE8A}"/>
    <pc:docChg chg="undo custSel addSld delSld modSld sldOrd">
      <pc:chgData name="Olivia Rippee" userId="af7d865e-fcb0-4d64-ac8d-443260c6711b" providerId="ADAL" clId="{E9B99A3B-0AD4-4FB7-9FD0-DF874920BE8A}" dt="2024-03-08T17:07:30.646" v="8273" actId="20577"/>
      <pc:docMkLst>
        <pc:docMk/>
      </pc:docMkLst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540063697" sldId="259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546868621" sldId="260"/>
        </pc:sldMkLst>
      </pc:sldChg>
      <pc:sldChg chg="addSp delSp modSp add del mod">
        <pc:chgData name="Olivia Rippee" userId="af7d865e-fcb0-4d64-ac8d-443260c6711b" providerId="ADAL" clId="{E9B99A3B-0AD4-4FB7-9FD0-DF874920BE8A}" dt="2024-03-04T20:19:08.029" v="103" actId="2696"/>
        <pc:sldMkLst>
          <pc:docMk/>
          <pc:sldMk cId="910061364" sldId="263"/>
        </pc:sldMkLst>
        <pc:spChg chg="mod">
          <ac:chgData name="Olivia Rippee" userId="af7d865e-fcb0-4d64-ac8d-443260c6711b" providerId="ADAL" clId="{E9B99A3B-0AD4-4FB7-9FD0-DF874920BE8A}" dt="2024-03-04T20:18:43.983" v="92" actId="120"/>
          <ac:spMkLst>
            <pc:docMk/>
            <pc:sldMk cId="910061364" sldId="263"/>
            <ac:spMk id="2" creationId="{00000000-0000-0000-0000-000000000000}"/>
          </ac:spMkLst>
        </pc:spChg>
        <pc:spChg chg="mod">
          <ac:chgData name="Olivia Rippee" userId="af7d865e-fcb0-4d64-ac8d-443260c6711b" providerId="ADAL" clId="{E9B99A3B-0AD4-4FB7-9FD0-DF874920BE8A}" dt="2024-03-04T20:18:36.873" v="88" actId="1076"/>
          <ac:spMkLst>
            <pc:docMk/>
            <pc:sldMk cId="910061364" sldId="263"/>
            <ac:spMk id="3" creationId="{00000000-0000-0000-0000-000000000000}"/>
          </ac:spMkLst>
        </pc:spChg>
        <pc:spChg chg="del mod">
          <ac:chgData name="Olivia Rippee" userId="af7d865e-fcb0-4d64-ac8d-443260c6711b" providerId="ADAL" clId="{E9B99A3B-0AD4-4FB7-9FD0-DF874920BE8A}" dt="2024-03-04T20:18:28.408" v="86" actId="478"/>
          <ac:spMkLst>
            <pc:docMk/>
            <pc:sldMk cId="910061364" sldId="263"/>
            <ac:spMk id="4" creationId="{00000000-0000-0000-0000-000000000000}"/>
          </ac:spMkLst>
        </pc:spChg>
        <pc:spChg chg="add mod">
          <ac:chgData name="Olivia Rippee" userId="af7d865e-fcb0-4d64-ac8d-443260c6711b" providerId="ADAL" clId="{E9B99A3B-0AD4-4FB7-9FD0-DF874920BE8A}" dt="2024-03-04T20:18:47.619" v="93" actId="1076"/>
          <ac:spMkLst>
            <pc:docMk/>
            <pc:sldMk cId="910061364" sldId="263"/>
            <ac:spMk id="5" creationId="{40BDE8F7-66CB-A1FD-96F8-F57882E90AD5}"/>
          </ac:spMkLst>
        </pc:spChg>
        <pc:spChg chg="add mod">
          <ac:chgData name="Olivia Rippee" userId="af7d865e-fcb0-4d64-ac8d-443260c6711b" providerId="ADAL" clId="{E9B99A3B-0AD4-4FB7-9FD0-DF874920BE8A}" dt="2024-03-04T20:16:21.554" v="46" actId="571"/>
          <ac:spMkLst>
            <pc:docMk/>
            <pc:sldMk cId="910061364" sldId="263"/>
            <ac:spMk id="6" creationId="{EB2AD29F-9929-8B14-B1E3-26587F06AFE4}"/>
          </ac:spMkLst>
        </pc:spChg>
      </pc:sldChg>
      <pc:sldChg chg="addSp delSp modSp mod delAnim modAnim modNotesTx">
        <pc:chgData name="Olivia Rippee" userId="af7d865e-fcb0-4d64-ac8d-443260c6711b" providerId="ADAL" clId="{E9B99A3B-0AD4-4FB7-9FD0-DF874920BE8A}" dt="2024-03-07T23:23:30.403" v="8184" actId="1076"/>
        <pc:sldMkLst>
          <pc:docMk/>
          <pc:sldMk cId="4045173591" sldId="264"/>
        </pc:sldMkLst>
        <pc:spChg chg="mod">
          <ac:chgData name="Olivia Rippee" userId="af7d865e-fcb0-4d64-ac8d-443260c6711b" providerId="ADAL" clId="{E9B99A3B-0AD4-4FB7-9FD0-DF874920BE8A}" dt="2024-03-07T23:23:30.403" v="8184" actId="1076"/>
          <ac:spMkLst>
            <pc:docMk/>
            <pc:sldMk cId="4045173591" sldId="264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6T22:49:28.223" v="1628" actId="1035"/>
          <ac:spMkLst>
            <pc:docMk/>
            <pc:sldMk cId="4045173591" sldId="264"/>
            <ac:spMk id="3" creationId="{00000000-0000-0000-0000-000000000000}"/>
          </ac:spMkLst>
        </pc:spChg>
        <pc:picChg chg="del">
          <ac:chgData name="Olivia Rippee" userId="af7d865e-fcb0-4d64-ac8d-443260c6711b" providerId="ADAL" clId="{E9B99A3B-0AD4-4FB7-9FD0-DF874920BE8A}" dt="2024-03-04T20:19:29.630" v="106" actId="478"/>
          <ac:picMkLst>
            <pc:docMk/>
            <pc:sldMk cId="4045173591" sldId="264"/>
            <ac:picMk id="4" creationId="{90CA1054-AB67-1C5C-290F-98C4EB7D17F2}"/>
          </ac:picMkLst>
        </pc:picChg>
        <pc:picChg chg="add mod modCrop">
          <ac:chgData name="Olivia Rippee" userId="af7d865e-fcb0-4d64-ac8d-443260c6711b" providerId="ADAL" clId="{E9B99A3B-0AD4-4FB7-9FD0-DF874920BE8A}" dt="2024-03-07T23:23:18.682" v="8183" actId="1076"/>
          <ac:picMkLst>
            <pc:docMk/>
            <pc:sldMk cId="4045173591" sldId="264"/>
            <ac:picMk id="5" creationId="{4D513FF5-08D4-277D-E81B-134F437A447F}"/>
          </ac:picMkLst>
        </pc:picChg>
        <pc:picChg chg="del">
          <ac:chgData name="Olivia Rippee" userId="af7d865e-fcb0-4d64-ac8d-443260c6711b" providerId="ADAL" clId="{E9B99A3B-0AD4-4FB7-9FD0-DF874920BE8A}" dt="2024-03-04T20:19:29.302" v="105" actId="478"/>
          <ac:picMkLst>
            <pc:docMk/>
            <pc:sldMk cId="4045173591" sldId="264"/>
            <ac:picMk id="5" creationId="{F3E179ED-5054-7A35-26BD-1F788C8B3FC9}"/>
          </ac:picMkLst>
        </pc:picChg>
        <pc:picChg chg="add mod">
          <ac:chgData name="Olivia Rippee" userId="af7d865e-fcb0-4d64-ac8d-443260c6711b" providerId="ADAL" clId="{E9B99A3B-0AD4-4FB7-9FD0-DF874920BE8A}" dt="2024-03-07T22:28:02.726" v="5822" actId="1076"/>
          <ac:picMkLst>
            <pc:docMk/>
            <pc:sldMk cId="4045173591" sldId="264"/>
            <ac:picMk id="6" creationId="{6503DF00-9333-9F66-06F5-0CE114400E1B}"/>
          </ac:picMkLst>
        </pc:picChg>
        <pc:picChg chg="add mod">
          <ac:chgData name="Olivia Rippee" userId="af7d865e-fcb0-4d64-ac8d-443260c6711b" providerId="ADAL" clId="{E9B99A3B-0AD4-4FB7-9FD0-DF874920BE8A}" dt="2024-03-07T22:27:57.048" v="5820" actId="1076"/>
          <ac:picMkLst>
            <pc:docMk/>
            <pc:sldMk cId="4045173591" sldId="264"/>
            <ac:picMk id="8" creationId="{A7E7007F-BB41-F47B-4C03-546429B2B371}"/>
          </ac:picMkLst>
        </pc:picChg>
        <pc:cxnChg chg="add mod">
          <ac:chgData name="Olivia Rippee" userId="af7d865e-fcb0-4d64-ac8d-443260c6711b" providerId="ADAL" clId="{E9B99A3B-0AD4-4FB7-9FD0-DF874920BE8A}" dt="2024-03-07T22:28:00.935" v="5821" actId="1076"/>
          <ac:cxnSpMkLst>
            <pc:docMk/>
            <pc:sldMk cId="4045173591" sldId="264"/>
            <ac:cxnSpMk id="10" creationId="{51A01250-8850-B095-0B1C-B9467D8F8014}"/>
          </ac:cxnSpMkLst>
        </pc:cxnChg>
      </pc:sldChg>
      <pc:sldChg chg="addSp delSp modSp add mod modAnim">
        <pc:chgData name="Olivia Rippee" userId="af7d865e-fcb0-4d64-ac8d-443260c6711b" providerId="ADAL" clId="{E9B99A3B-0AD4-4FB7-9FD0-DF874920BE8A}" dt="2024-03-08T16:40:47.689" v="8217" actId="1076"/>
        <pc:sldMkLst>
          <pc:docMk/>
          <pc:sldMk cId="720833760" sldId="265"/>
        </pc:sldMkLst>
        <pc:spChg chg="mod">
          <ac:chgData name="Olivia Rippee" userId="af7d865e-fcb0-4d64-ac8d-443260c6711b" providerId="ADAL" clId="{E9B99A3B-0AD4-4FB7-9FD0-DF874920BE8A}" dt="2024-03-08T16:40:47.689" v="8217" actId="1076"/>
          <ac:spMkLst>
            <pc:docMk/>
            <pc:sldMk cId="720833760" sldId="265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6T22:49:33.809" v="1632" actId="20577"/>
          <ac:spMkLst>
            <pc:docMk/>
            <pc:sldMk cId="720833760" sldId="265"/>
            <ac:spMk id="3" creationId="{00000000-0000-0000-0000-000000000000}"/>
          </ac:spMkLst>
        </pc:spChg>
        <pc:picChg chg="add mod modCrop">
          <ac:chgData name="Olivia Rippee" userId="af7d865e-fcb0-4d64-ac8d-443260c6711b" providerId="ADAL" clId="{E9B99A3B-0AD4-4FB7-9FD0-DF874920BE8A}" dt="2024-03-06T23:10:04.587" v="1801" actId="1076"/>
          <ac:picMkLst>
            <pc:docMk/>
            <pc:sldMk cId="720833760" sldId="265"/>
            <ac:picMk id="5" creationId="{2A3303AD-E6C0-E2A4-1AC8-70E73D4B8106}"/>
          </ac:picMkLst>
        </pc:picChg>
        <pc:picChg chg="add del mod">
          <ac:chgData name="Olivia Rippee" userId="af7d865e-fcb0-4d64-ac8d-443260c6711b" providerId="ADAL" clId="{E9B99A3B-0AD4-4FB7-9FD0-DF874920BE8A}" dt="2024-03-06T23:02:50.507" v="1759" actId="21"/>
          <ac:picMkLst>
            <pc:docMk/>
            <pc:sldMk cId="720833760" sldId="265"/>
            <ac:picMk id="7" creationId="{CCA6F65C-D339-31B3-413B-29F1A01F0049}"/>
          </ac:picMkLst>
        </pc:picChg>
        <pc:picChg chg="add mod">
          <ac:chgData name="Olivia Rippee" userId="af7d865e-fcb0-4d64-ac8d-443260c6711b" providerId="ADAL" clId="{E9B99A3B-0AD4-4FB7-9FD0-DF874920BE8A}" dt="2024-03-06T23:10:00.623" v="1800" actId="1076"/>
          <ac:picMkLst>
            <pc:docMk/>
            <pc:sldMk cId="720833760" sldId="265"/>
            <ac:picMk id="9" creationId="{C390D41A-800D-8C4C-B3D0-4C6A29EA15C6}"/>
          </ac:picMkLst>
        </pc:picChg>
      </pc:sldChg>
      <pc:sldChg chg="modSp add mod modAnim">
        <pc:chgData name="Olivia Rippee" userId="af7d865e-fcb0-4d64-ac8d-443260c6711b" providerId="ADAL" clId="{E9B99A3B-0AD4-4FB7-9FD0-DF874920BE8A}" dt="2024-03-08T16:46:18.981" v="8269" actId="20577"/>
        <pc:sldMkLst>
          <pc:docMk/>
          <pc:sldMk cId="671396855" sldId="266"/>
        </pc:sldMkLst>
        <pc:spChg chg="mod">
          <ac:chgData name="Olivia Rippee" userId="af7d865e-fcb0-4d64-ac8d-443260c6711b" providerId="ADAL" clId="{E9B99A3B-0AD4-4FB7-9FD0-DF874920BE8A}" dt="2024-03-08T16:46:18.981" v="8269" actId="20577"/>
          <ac:spMkLst>
            <pc:docMk/>
            <pc:sldMk cId="671396855" sldId="266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6T22:49:50.809" v="1641" actId="1036"/>
          <ac:spMkLst>
            <pc:docMk/>
            <pc:sldMk cId="671396855" sldId="266"/>
            <ac:spMk id="3" creationId="{00000000-0000-0000-0000-000000000000}"/>
          </ac:spMkLst>
        </pc:spChg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693051918" sldId="266"/>
        </pc:sldMkLst>
      </pc:sldChg>
      <pc:sldChg chg="addSp modSp add mod modAnim">
        <pc:chgData name="Olivia Rippee" userId="af7d865e-fcb0-4d64-ac8d-443260c6711b" providerId="ADAL" clId="{E9B99A3B-0AD4-4FB7-9FD0-DF874920BE8A}" dt="2024-03-07T23:16:09.569" v="8170"/>
        <pc:sldMkLst>
          <pc:docMk/>
          <pc:sldMk cId="3800710279" sldId="267"/>
        </pc:sldMkLst>
        <pc:spChg chg="mod">
          <ac:chgData name="Olivia Rippee" userId="af7d865e-fcb0-4d64-ac8d-443260c6711b" providerId="ADAL" clId="{E9B99A3B-0AD4-4FB7-9FD0-DF874920BE8A}" dt="2024-03-07T23:15:34.715" v="8163" actId="1076"/>
          <ac:spMkLst>
            <pc:docMk/>
            <pc:sldMk cId="3800710279" sldId="267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7T16:46:30.565" v="2828" actId="20577"/>
          <ac:spMkLst>
            <pc:docMk/>
            <pc:sldMk cId="3800710279" sldId="267"/>
            <ac:spMk id="3" creationId="{00000000-0000-0000-0000-000000000000}"/>
          </ac:spMkLst>
        </pc:spChg>
        <pc:picChg chg="add mod">
          <ac:chgData name="Olivia Rippee" userId="af7d865e-fcb0-4d64-ac8d-443260c6711b" providerId="ADAL" clId="{E9B99A3B-0AD4-4FB7-9FD0-DF874920BE8A}" dt="2024-03-07T23:15:39.152" v="8164" actId="1076"/>
          <ac:picMkLst>
            <pc:docMk/>
            <pc:sldMk cId="3800710279" sldId="267"/>
            <ac:picMk id="5" creationId="{48B0F515-9E14-6E49-5FD6-060AACF801E4}"/>
          </ac:picMkLst>
        </pc:picChg>
      </pc:sldChg>
      <pc:sldChg chg="addSp delSp modSp add mod modAnim modNotesTx">
        <pc:chgData name="Olivia Rippee" userId="af7d865e-fcb0-4d64-ac8d-443260c6711b" providerId="ADAL" clId="{E9B99A3B-0AD4-4FB7-9FD0-DF874920BE8A}" dt="2024-03-08T17:02:45.805" v="8272" actId="1076"/>
        <pc:sldMkLst>
          <pc:docMk/>
          <pc:sldMk cId="4089367803" sldId="268"/>
        </pc:sldMkLst>
        <pc:spChg chg="add del mod">
          <ac:chgData name="Olivia Rippee" userId="af7d865e-fcb0-4d64-ac8d-443260c6711b" providerId="ADAL" clId="{E9B99A3B-0AD4-4FB7-9FD0-DF874920BE8A}" dt="2024-03-08T17:02:45.805" v="8272" actId="1076"/>
          <ac:spMkLst>
            <pc:docMk/>
            <pc:sldMk cId="4089367803" sldId="268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7T20:46:55.455" v="5029" actId="20577"/>
          <ac:spMkLst>
            <pc:docMk/>
            <pc:sldMk cId="4089367803" sldId="268"/>
            <ac:spMk id="3" creationId="{00000000-0000-0000-0000-000000000000}"/>
          </ac:spMkLst>
        </pc:spChg>
      </pc:sldChg>
      <pc:sldChg chg="addSp modSp add mod ord">
        <pc:chgData name="Olivia Rippee" userId="af7d865e-fcb0-4d64-ac8d-443260c6711b" providerId="ADAL" clId="{E9B99A3B-0AD4-4FB7-9FD0-DF874920BE8A}" dt="2024-03-08T16:41:36.184" v="8222" actId="1076"/>
        <pc:sldMkLst>
          <pc:docMk/>
          <pc:sldMk cId="1713495004" sldId="269"/>
        </pc:sldMkLst>
        <pc:spChg chg="mod">
          <ac:chgData name="Olivia Rippee" userId="af7d865e-fcb0-4d64-ac8d-443260c6711b" providerId="ADAL" clId="{E9B99A3B-0AD4-4FB7-9FD0-DF874920BE8A}" dt="2024-03-08T16:41:36.184" v="8222" actId="1076"/>
          <ac:spMkLst>
            <pc:docMk/>
            <pc:sldMk cId="1713495004" sldId="269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6T22:53:19.605" v="1709" actId="20577"/>
          <ac:spMkLst>
            <pc:docMk/>
            <pc:sldMk cId="1713495004" sldId="269"/>
            <ac:spMk id="3" creationId="{00000000-0000-0000-0000-000000000000}"/>
          </ac:spMkLst>
        </pc:spChg>
        <pc:picChg chg="add mod">
          <ac:chgData name="Olivia Rippee" userId="af7d865e-fcb0-4d64-ac8d-443260c6711b" providerId="ADAL" clId="{E9B99A3B-0AD4-4FB7-9FD0-DF874920BE8A}" dt="2024-03-06T22:51:00.049" v="1661" actId="14100"/>
          <ac:picMkLst>
            <pc:docMk/>
            <pc:sldMk cId="1713495004" sldId="269"/>
            <ac:picMk id="5" creationId="{7084250E-9DA2-699D-029F-42C7C79DD058}"/>
          </ac:picMkLst>
        </pc:picChg>
      </pc:sldChg>
      <pc:sldChg chg="addSp delSp modSp add mod delAnim modAnim">
        <pc:chgData name="Olivia Rippee" userId="af7d865e-fcb0-4d64-ac8d-443260c6711b" providerId="ADAL" clId="{E9B99A3B-0AD4-4FB7-9FD0-DF874920BE8A}" dt="2024-03-07T23:25:56.676" v="8188" actId="20577"/>
        <pc:sldMkLst>
          <pc:docMk/>
          <pc:sldMk cId="2886242987" sldId="270"/>
        </pc:sldMkLst>
        <pc:spChg chg="mod">
          <ac:chgData name="Olivia Rippee" userId="af7d865e-fcb0-4d64-ac8d-443260c6711b" providerId="ADAL" clId="{E9B99A3B-0AD4-4FB7-9FD0-DF874920BE8A}" dt="2024-03-07T23:25:56.676" v="8188" actId="20577"/>
          <ac:spMkLst>
            <pc:docMk/>
            <pc:sldMk cId="2886242987" sldId="270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7T22:39:01.319" v="6454" actId="20577"/>
          <ac:spMkLst>
            <pc:docMk/>
            <pc:sldMk cId="2886242987" sldId="270"/>
            <ac:spMk id="3" creationId="{00000000-0000-0000-0000-000000000000}"/>
          </ac:spMkLst>
        </pc:spChg>
        <pc:picChg chg="add del mod">
          <ac:chgData name="Olivia Rippee" userId="af7d865e-fcb0-4d64-ac8d-443260c6711b" providerId="ADAL" clId="{E9B99A3B-0AD4-4FB7-9FD0-DF874920BE8A}" dt="2024-03-07T22:38:39.913" v="6445" actId="478"/>
          <ac:picMkLst>
            <pc:docMk/>
            <pc:sldMk cId="2886242987" sldId="270"/>
            <ac:picMk id="5" creationId="{146BD397-85DA-1CF1-542D-3019B1DE062A}"/>
          </ac:picMkLst>
        </pc:picChg>
        <pc:picChg chg="del">
          <ac:chgData name="Olivia Rippee" userId="af7d865e-fcb0-4d64-ac8d-443260c6711b" providerId="ADAL" clId="{E9B99A3B-0AD4-4FB7-9FD0-DF874920BE8A}" dt="2024-03-06T23:25:27.399" v="1887" actId="478"/>
          <ac:picMkLst>
            <pc:docMk/>
            <pc:sldMk cId="2886242987" sldId="270"/>
            <ac:picMk id="5" creationId="{4D513FF5-08D4-277D-E81B-134F437A447F}"/>
          </ac:picMkLst>
        </pc:picChg>
        <pc:picChg chg="del">
          <ac:chgData name="Olivia Rippee" userId="af7d865e-fcb0-4d64-ac8d-443260c6711b" providerId="ADAL" clId="{E9B99A3B-0AD4-4FB7-9FD0-DF874920BE8A}" dt="2024-03-06T23:25:25.326" v="1884" actId="478"/>
          <ac:picMkLst>
            <pc:docMk/>
            <pc:sldMk cId="2886242987" sldId="270"/>
            <ac:picMk id="6" creationId="{6503DF00-9333-9F66-06F5-0CE114400E1B}"/>
          </ac:picMkLst>
        </pc:picChg>
        <pc:picChg chg="add mod">
          <ac:chgData name="Olivia Rippee" userId="af7d865e-fcb0-4d64-ac8d-443260c6711b" providerId="ADAL" clId="{E9B99A3B-0AD4-4FB7-9FD0-DF874920BE8A}" dt="2024-03-07T22:38:51.770" v="6448" actId="1076"/>
          <ac:picMkLst>
            <pc:docMk/>
            <pc:sldMk cId="2886242987" sldId="270"/>
            <ac:picMk id="7" creationId="{4A458DBB-222F-6B6B-056F-565A10729553}"/>
          </ac:picMkLst>
        </pc:picChg>
        <pc:picChg chg="del">
          <ac:chgData name="Olivia Rippee" userId="af7d865e-fcb0-4d64-ac8d-443260c6711b" providerId="ADAL" clId="{E9B99A3B-0AD4-4FB7-9FD0-DF874920BE8A}" dt="2024-03-06T23:25:26.130" v="1885" actId="478"/>
          <ac:picMkLst>
            <pc:docMk/>
            <pc:sldMk cId="2886242987" sldId="270"/>
            <ac:picMk id="8" creationId="{A7E7007F-BB41-F47B-4C03-546429B2B371}"/>
          </ac:picMkLst>
        </pc:picChg>
        <pc:cxnChg chg="del">
          <ac:chgData name="Olivia Rippee" userId="af7d865e-fcb0-4d64-ac8d-443260c6711b" providerId="ADAL" clId="{E9B99A3B-0AD4-4FB7-9FD0-DF874920BE8A}" dt="2024-03-06T23:25:26.653" v="1886" actId="478"/>
          <ac:cxnSpMkLst>
            <pc:docMk/>
            <pc:sldMk cId="2886242987" sldId="270"/>
            <ac:cxnSpMk id="10" creationId="{51A01250-8850-B095-0B1C-B9467D8F8014}"/>
          </ac:cxnSpMkLst>
        </pc:cxnChg>
      </pc:sldChg>
      <pc:sldChg chg="addSp delSp modSp add mod ord">
        <pc:chgData name="Olivia Rippee" userId="af7d865e-fcb0-4d64-ac8d-443260c6711b" providerId="ADAL" clId="{E9B99A3B-0AD4-4FB7-9FD0-DF874920BE8A}" dt="2024-03-07T22:52:29.402" v="6867"/>
        <pc:sldMkLst>
          <pc:docMk/>
          <pc:sldMk cId="2122785520" sldId="271"/>
        </pc:sldMkLst>
        <pc:spChg chg="del mod">
          <ac:chgData name="Olivia Rippee" userId="af7d865e-fcb0-4d64-ac8d-443260c6711b" providerId="ADAL" clId="{E9B99A3B-0AD4-4FB7-9FD0-DF874920BE8A}" dt="2024-03-07T16:41:58.671" v="2651"/>
          <ac:spMkLst>
            <pc:docMk/>
            <pc:sldMk cId="2122785520" sldId="271"/>
            <ac:spMk id="2" creationId="{345EF16B-CF0A-5402-0A9E-E29D66C9D0FD}"/>
          </ac:spMkLst>
        </pc:spChg>
        <pc:spChg chg="add mod">
          <ac:chgData name="Olivia Rippee" userId="af7d865e-fcb0-4d64-ac8d-443260c6711b" providerId="ADAL" clId="{E9B99A3B-0AD4-4FB7-9FD0-DF874920BE8A}" dt="2024-03-07T22:52:29.402" v="6867"/>
          <ac:spMkLst>
            <pc:docMk/>
            <pc:sldMk cId="2122785520" sldId="271"/>
            <ac:spMk id="2" creationId="{5476B348-585D-6BE1-6596-FDE41C79CD8B}"/>
          </ac:spMkLst>
        </pc:spChg>
        <pc:spChg chg="mod">
          <ac:chgData name="Olivia Rippee" userId="af7d865e-fcb0-4d64-ac8d-443260c6711b" providerId="ADAL" clId="{E9B99A3B-0AD4-4FB7-9FD0-DF874920BE8A}" dt="2024-03-07T16:41:52.181" v="2646" actId="20577"/>
          <ac:spMkLst>
            <pc:docMk/>
            <pc:sldMk cId="2122785520" sldId="271"/>
            <ac:spMk id="3" creationId="{00000000-0000-0000-0000-000000000000}"/>
          </ac:spMkLst>
        </pc:spChg>
        <pc:spChg chg="add del mod">
          <ac:chgData name="Olivia Rippee" userId="af7d865e-fcb0-4d64-ac8d-443260c6711b" providerId="ADAL" clId="{E9B99A3B-0AD4-4FB7-9FD0-DF874920BE8A}" dt="2024-03-07T22:52:29.182" v="6866" actId="478"/>
          <ac:spMkLst>
            <pc:docMk/>
            <pc:sldMk cId="2122785520" sldId="271"/>
            <ac:spMk id="4" creationId="{6A0D5597-8606-6B81-B377-7C8338B4A595}"/>
          </ac:spMkLst>
        </pc:spChg>
        <pc:picChg chg="del">
          <ac:chgData name="Olivia Rippee" userId="af7d865e-fcb0-4d64-ac8d-443260c6711b" providerId="ADAL" clId="{E9B99A3B-0AD4-4FB7-9FD0-DF874920BE8A}" dt="2024-03-07T16:41:53.203" v="2647" actId="478"/>
          <ac:picMkLst>
            <pc:docMk/>
            <pc:sldMk cId="2122785520" sldId="271"/>
            <ac:picMk id="5" creationId="{7084250E-9DA2-699D-029F-42C7C79DD058}"/>
          </ac:picMkLst>
        </pc:picChg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18553609" sldId="272"/>
        </pc:sldMkLst>
      </pc:sldChg>
      <pc:sldChg chg="modSp add del mod">
        <pc:chgData name="Olivia Rippee" userId="af7d865e-fcb0-4d64-ac8d-443260c6711b" providerId="ADAL" clId="{E9B99A3B-0AD4-4FB7-9FD0-DF874920BE8A}" dt="2024-03-07T16:46:32.596" v="2829" actId="47"/>
        <pc:sldMkLst>
          <pc:docMk/>
          <pc:sldMk cId="3329979733" sldId="272"/>
        </pc:sldMkLst>
        <pc:spChg chg="mod">
          <ac:chgData name="Olivia Rippee" userId="af7d865e-fcb0-4d64-ac8d-443260c6711b" providerId="ADAL" clId="{E9B99A3B-0AD4-4FB7-9FD0-DF874920BE8A}" dt="2024-03-07T16:43:52.607" v="2754" actId="20577"/>
          <ac:spMkLst>
            <pc:docMk/>
            <pc:sldMk cId="3329979733" sldId="272"/>
            <ac:spMk id="3" creationId="{00000000-0000-0000-0000-000000000000}"/>
          </ac:spMkLst>
        </pc:spChg>
      </pc:sldChg>
      <pc:sldChg chg="modSp add mod ord modAnim modNotesTx">
        <pc:chgData name="Olivia Rippee" userId="af7d865e-fcb0-4d64-ac8d-443260c6711b" providerId="ADAL" clId="{E9B99A3B-0AD4-4FB7-9FD0-DF874920BE8A}" dt="2024-03-08T17:07:30.646" v="8273" actId="20577"/>
        <pc:sldMkLst>
          <pc:docMk/>
          <pc:sldMk cId="1990704509" sldId="273"/>
        </pc:sldMkLst>
        <pc:spChg chg="mod">
          <ac:chgData name="Olivia Rippee" userId="af7d865e-fcb0-4d64-ac8d-443260c6711b" providerId="ADAL" clId="{E9B99A3B-0AD4-4FB7-9FD0-DF874920BE8A}" dt="2024-03-07T16:44:13.290" v="2789" actId="20577"/>
          <ac:spMkLst>
            <pc:docMk/>
            <pc:sldMk cId="1990704509" sldId="273"/>
            <ac:spMk id="3" creationId="{00000000-0000-0000-0000-000000000000}"/>
          </ac:spMkLst>
        </pc:spChg>
        <pc:spChg chg="mod">
          <ac:chgData name="Olivia Rippee" userId="af7d865e-fcb0-4d64-ac8d-443260c6711b" providerId="ADAL" clId="{E9B99A3B-0AD4-4FB7-9FD0-DF874920BE8A}" dt="2024-03-08T17:07:30.646" v="8273" actId="20577"/>
          <ac:spMkLst>
            <pc:docMk/>
            <pc:sldMk cId="1990704509" sldId="273"/>
            <ac:spMk id="4" creationId="{6A0D5597-8606-6B81-B377-7C8338B4A595}"/>
          </ac:spMkLst>
        </pc:spChg>
      </pc:sldChg>
      <pc:sldChg chg="modSp add mod modAnim modNotesTx">
        <pc:chgData name="Olivia Rippee" userId="af7d865e-fcb0-4d64-ac8d-443260c6711b" providerId="ADAL" clId="{E9B99A3B-0AD4-4FB7-9FD0-DF874920BE8A}" dt="2024-03-07T23:08:32.194" v="7785" actId="20577"/>
        <pc:sldMkLst>
          <pc:docMk/>
          <pc:sldMk cId="1536262968" sldId="274"/>
        </pc:sldMkLst>
        <pc:spChg chg="mod">
          <ac:chgData name="Olivia Rippee" userId="af7d865e-fcb0-4d64-ac8d-443260c6711b" providerId="ADAL" clId="{E9B99A3B-0AD4-4FB7-9FD0-DF874920BE8A}" dt="2024-03-07T23:08:32.194" v="7785" actId="20577"/>
          <ac:spMkLst>
            <pc:docMk/>
            <pc:sldMk cId="1536262968" sldId="274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7T22:21:37.530" v="5331" actId="20577"/>
          <ac:spMkLst>
            <pc:docMk/>
            <pc:sldMk cId="1536262968" sldId="274"/>
            <ac:spMk id="3" creationId="{00000000-0000-0000-0000-000000000000}"/>
          </ac:spMkLst>
        </pc:spChg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135906390" sldId="275"/>
        </pc:sldMkLst>
      </pc:sldChg>
      <pc:sldChg chg="addSp delSp modSp add mod modAnim">
        <pc:chgData name="Olivia Rippee" userId="af7d865e-fcb0-4d64-ac8d-443260c6711b" providerId="ADAL" clId="{E9B99A3B-0AD4-4FB7-9FD0-DF874920BE8A}" dt="2024-03-07T23:04:35.548" v="7709"/>
        <pc:sldMkLst>
          <pc:docMk/>
          <pc:sldMk cId="1441829396" sldId="275"/>
        </pc:sldMkLst>
        <pc:spChg chg="mod">
          <ac:chgData name="Olivia Rippee" userId="af7d865e-fcb0-4d64-ac8d-443260c6711b" providerId="ADAL" clId="{E9B99A3B-0AD4-4FB7-9FD0-DF874920BE8A}" dt="2024-03-07T22:49:39.850" v="6859" actId="20577"/>
          <ac:spMkLst>
            <pc:docMk/>
            <pc:sldMk cId="1441829396" sldId="275"/>
            <ac:spMk id="3" creationId="{00000000-0000-0000-0000-000000000000}"/>
          </ac:spMkLst>
        </pc:spChg>
        <pc:spChg chg="add del mod">
          <ac:chgData name="Olivia Rippee" userId="af7d865e-fcb0-4d64-ac8d-443260c6711b" providerId="ADAL" clId="{E9B99A3B-0AD4-4FB7-9FD0-DF874920BE8A}" dt="2024-03-07T23:04:09.579" v="7704" actId="948"/>
          <ac:spMkLst>
            <pc:docMk/>
            <pc:sldMk cId="1441829396" sldId="275"/>
            <ac:spMk id="4" creationId="{6A0D5597-8606-6B81-B377-7C8338B4A595}"/>
          </ac:spMkLst>
        </pc:spChg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792851257" sldId="283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715161608" sldId="284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823658458" sldId="296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656977255" sldId="315"/>
        </pc:sldMkLst>
      </pc:sldChg>
      <pc:sldChg chg="addSp delSp del mod addAnim delAnim">
        <pc:chgData name="Olivia Rippee" userId="af7d865e-fcb0-4d64-ac8d-443260c6711b" providerId="ADAL" clId="{E9B99A3B-0AD4-4FB7-9FD0-DF874920BE8A}" dt="2024-03-04T20:19:26.795" v="104" actId="2696"/>
        <pc:sldMkLst>
          <pc:docMk/>
          <pc:sldMk cId="1053052871" sldId="326"/>
        </pc:sldMkLst>
        <pc:picChg chg="add del">
          <ac:chgData name="Olivia Rippee" userId="af7d865e-fcb0-4d64-ac8d-443260c6711b" providerId="ADAL" clId="{E9B99A3B-0AD4-4FB7-9FD0-DF874920BE8A}" dt="2024-03-04T20:19:06.654" v="100" actId="478"/>
          <ac:picMkLst>
            <pc:docMk/>
            <pc:sldMk cId="1053052871" sldId="326"/>
            <ac:picMk id="7" creationId="{6F977AC4-FB45-74C7-CE11-DC24D2B8FDBB}"/>
          </ac:picMkLst>
        </pc:picChg>
        <pc:picChg chg="add del">
          <ac:chgData name="Olivia Rippee" userId="af7d865e-fcb0-4d64-ac8d-443260c6711b" providerId="ADAL" clId="{E9B99A3B-0AD4-4FB7-9FD0-DF874920BE8A}" dt="2024-03-04T20:19:07.482" v="102" actId="478"/>
          <ac:picMkLst>
            <pc:docMk/>
            <pc:sldMk cId="1053052871" sldId="326"/>
            <ac:picMk id="8" creationId="{42577A64-E905-0118-B4B9-856EA18448F0}"/>
          </ac:picMkLst>
        </pc:picChg>
        <pc:picChg chg="add del">
          <ac:chgData name="Olivia Rippee" userId="af7d865e-fcb0-4d64-ac8d-443260c6711b" providerId="ADAL" clId="{E9B99A3B-0AD4-4FB7-9FD0-DF874920BE8A}" dt="2024-03-04T20:19:07.060" v="101" actId="478"/>
          <ac:picMkLst>
            <pc:docMk/>
            <pc:sldMk cId="1053052871" sldId="326"/>
            <ac:picMk id="9" creationId="{1CD4E01E-FAEB-82B6-3E94-B263A2BA25D3}"/>
          </ac:picMkLst>
        </pc:picChg>
        <pc:picChg chg="add del">
          <ac:chgData name="Olivia Rippee" userId="af7d865e-fcb0-4d64-ac8d-443260c6711b" providerId="ADAL" clId="{E9B99A3B-0AD4-4FB7-9FD0-DF874920BE8A}" dt="2024-03-04T20:19:06.420" v="99" actId="478"/>
          <ac:picMkLst>
            <pc:docMk/>
            <pc:sldMk cId="1053052871" sldId="326"/>
            <ac:picMk id="10" creationId="{A20F9AA2-31FB-7928-D494-3199D186FF27}"/>
          </ac:picMkLst>
        </pc:picChg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723829397" sldId="327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09929284" sldId="328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232702544" sldId="329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651612757" sldId="330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932672196" sldId="331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74667737" sldId="332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781376256" sldId="333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680522329" sldId="334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378078876" sldId="335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610510097" sldId="336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362454148" sldId="338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12421577" sldId="339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355968284" sldId="342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468018497" sldId="343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936836480" sldId="344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262778452" sldId="345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677902510" sldId="346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997160674" sldId="349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740886281" sldId="350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468221501" sldId="351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4116102959" sldId="353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352095268" sldId="354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982422413" sldId="355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4017031041" sldId="359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496314455" sldId="360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799934116" sldId="361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018369150" sldId="362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395105446" sldId="363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330624907" sldId="364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475607521" sldId="365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243681080" sldId="366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497518559" sldId="367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758130771" sldId="368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771823449" sldId="369"/>
        </pc:sldMkLst>
      </pc:sldChg>
      <pc:sldMasterChg chg="addSldLayout delSldLayout">
        <pc:chgData name="Olivia Rippee" userId="af7d865e-fcb0-4d64-ac8d-443260c6711b" providerId="ADAL" clId="{E9B99A3B-0AD4-4FB7-9FD0-DF874920BE8A}" dt="2024-03-04T20:19:08.029" v="103" actId="2696"/>
        <pc:sldMasterMkLst>
          <pc:docMk/>
          <pc:sldMasterMk cId="2475812832" sldId="2147483648"/>
        </pc:sldMasterMkLst>
        <pc:sldLayoutChg chg="add del">
          <pc:chgData name="Olivia Rippee" userId="af7d865e-fcb0-4d64-ac8d-443260c6711b" providerId="ADAL" clId="{E9B99A3B-0AD4-4FB7-9FD0-DF874920BE8A}" dt="2024-03-04T20:19:08.029" v="103" actId="2696"/>
          <pc:sldLayoutMkLst>
            <pc:docMk/>
            <pc:sldMasterMk cId="2475812832" sldId="2147483648"/>
            <pc:sldLayoutMk cId="3809899277" sldId="2147483660"/>
          </pc:sldLayoutMkLst>
        </pc:sldLayoutChg>
      </pc:sldMasterChg>
    </pc:docChg>
  </pc:docChgLst>
  <pc:docChgLst>
    <pc:chgData name="Olivia Rippee" userId="af7d865e-fcb0-4d64-ac8d-443260c6711b" providerId="ADAL" clId="{B8468A94-30B0-4B69-8FC5-F2AEB0978E46}"/>
    <pc:docChg chg="modSld">
      <pc:chgData name="Olivia Rippee" userId="af7d865e-fcb0-4d64-ac8d-443260c6711b" providerId="ADAL" clId="{B8468A94-30B0-4B69-8FC5-F2AEB0978E46}" dt="2025-01-08T19:45:01.158" v="0" actId="27309"/>
      <pc:docMkLst>
        <pc:docMk/>
      </pc:docMkLst>
      <pc:sldChg chg="addSp modSp mod">
        <pc:chgData name="Olivia Rippee" userId="af7d865e-fcb0-4d64-ac8d-443260c6711b" providerId="ADAL" clId="{B8468A94-30B0-4B69-8FC5-F2AEB0978E46}" dt="2025-01-08T19:45:01.158" v="0" actId="27309"/>
        <pc:sldMkLst>
          <pc:docMk/>
          <pc:sldMk cId="2886242987" sldId="270"/>
        </pc:sldMkLst>
        <pc:graphicFrameChg chg="add modGraphic">
          <ac:chgData name="Olivia Rippee" userId="af7d865e-fcb0-4d64-ac8d-443260c6711b" providerId="ADAL" clId="{B8468A94-30B0-4B69-8FC5-F2AEB0978E46}" dt="2025-01-08T19:45:01.158" v="0" actId="27309"/>
          <ac:graphicFrameMkLst>
            <pc:docMk/>
            <pc:sldMk cId="2886242987" sldId="270"/>
            <ac:graphicFrameMk id="4" creationId="{25204E3A-1588-BD22-C71E-C5EDAB105DB7}"/>
          </ac:graphicFrameMkLst>
        </pc:graphicFrameChg>
      </pc:sldChg>
    </pc:docChg>
  </pc:docChgLst>
  <pc:docChgLst>
    <pc:chgData name="Olivia Rippee" userId="af7d865e-fcb0-4d64-ac8d-443260c6711b" providerId="ADAL" clId="{6AB5F31C-48DF-4291-A43C-43BA4D56B254}"/>
    <pc:docChg chg="undo custSel addSld delSld modSld">
      <pc:chgData name="Olivia Rippee" userId="af7d865e-fcb0-4d64-ac8d-443260c6711b" providerId="ADAL" clId="{6AB5F31C-48DF-4291-A43C-43BA4D56B254}" dt="2024-05-06T16:59:23.134" v="2308" actId="1076"/>
      <pc:docMkLst>
        <pc:docMk/>
      </pc:docMkLst>
      <pc:sldChg chg="delSp modSp mod">
        <pc:chgData name="Olivia Rippee" userId="af7d865e-fcb0-4d64-ac8d-443260c6711b" providerId="ADAL" clId="{6AB5F31C-48DF-4291-A43C-43BA4D56B254}" dt="2024-05-06T16:59:23.134" v="2308" actId="1076"/>
        <pc:sldMkLst>
          <pc:docMk/>
          <pc:sldMk cId="910061364" sldId="263"/>
        </pc:sldMkLst>
        <pc:spChg chg="mod">
          <ac:chgData name="Olivia Rippee" userId="af7d865e-fcb0-4d64-ac8d-443260c6711b" providerId="ADAL" clId="{6AB5F31C-48DF-4291-A43C-43BA4D56B254}" dt="2024-05-06T16:59:23.134" v="2308" actId="1076"/>
          <ac:spMkLst>
            <pc:docMk/>
            <pc:sldMk cId="910061364" sldId="263"/>
            <ac:spMk id="2" creationId="{00000000-0000-0000-0000-000000000000}"/>
          </ac:spMkLst>
        </pc:spChg>
        <pc:spChg chg="mod">
          <ac:chgData name="Olivia Rippee" userId="af7d865e-fcb0-4d64-ac8d-443260c6711b" providerId="ADAL" clId="{6AB5F31C-48DF-4291-A43C-43BA4D56B254}" dt="2024-05-04T20:17:33.299" v="57" actId="1076"/>
          <ac:spMkLst>
            <pc:docMk/>
            <pc:sldMk cId="910061364" sldId="263"/>
            <ac:spMk id="3" creationId="{00000000-0000-0000-0000-000000000000}"/>
          </ac:spMkLst>
        </pc:spChg>
        <pc:spChg chg="del">
          <ac:chgData name="Olivia Rippee" userId="af7d865e-fcb0-4d64-ac8d-443260c6711b" providerId="ADAL" clId="{6AB5F31C-48DF-4291-A43C-43BA4D56B254}" dt="2024-05-04T20:17:09.537" v="39" actId="478"/>
          <ac:spMkLst>
            <pc:docMk/>
            <pc:sldMk cId="910061364" sldId="263"/>
            <ac:spMk id="5" creationId="{40BDE8F7-66CB-A1FD-96F8-F57882E90AD5}"/>
          </ac:spMkLst>
        </pc:spChg>
      </pc:sldChg>
      <pc:sldChg chg="addSp delSp modSp mod setBg delAnim modAnim modNotesTx">
        <pc:chgData name="Olivia Rippee" userId="af7d865e-fcb0-4d64-ac8d-443260c6711b" providerId="ADAL" clId="{6AB5F31C-48DF-4291-A43C-43BA4D56B254}" dt="2024-05-06T01:21:06.500" v="1308"/>
        <pc:sldMkLst>
          <pc:docMk/>
          <pc:sldMk cId="4045173591" sldId="264"/>
        </pc:sldMkLst>
        <pc:spChg chg="del mod">
          <ac:chgData name="Olivia Rippee" userId="af7d865e-fcb0-4d64-ac8d-443260c6711b" providerId="ADAL" clId="{6AB5F31C-48DF-4291-A43C-43BA4D56B254}" dt="2024-05-04T20:18:16.419" v="98"/>
          <ac:spMkLst>
            <pc:docMk/>
            <pc:sldMk cId="4045173591" sldId="264"/>
            <ac:spMk id="2" creationId="{345EF16B-CF0A-5402-0A9E-E29D66C9D0FD}"/>
          </ac:spMkLst>
        </pc:spChg>
        <pc:spChg chg="mod">
          <ac:chgData name="Olivia Rippee" userId="af7d865e-fcb0-4d64-ac8d-443260c6711b" providerId="ADAL" clId="{6AB5F31C-48DF-4291-A43C-43BA4D56B254}" dt="2024-05-06T01:18:23.285" v="1285" actId="948"/>
          <ac:spMkLst>
            <pc:docMk/>
            <pc:sldMk cId="4045173591" sldId="264"/>
            <ac:spMk id="3" creationId="{00000000-0000-0000-0000-000000000000}"/>
          </ac:spMkLst>
        </pc:spChg>
        <pc:spChg chg="add mod">
          <ac:chgData name="Olivia Rippee" userId="af7d865e-fcb0-4d64-ac8d-443260c6711b" providerId="ADAL" clId="{6AB5F31C-48DF-4291-A43C-43BA4D56B254}" dt="2024-05-06T01:19:46.051" v="1296" actId="1076"/>
          <ac:spMkLst>
            <pc:docMk/>
            <pc:sldMk cId="4045173591" sldId="264"/>
            <ac:spMk id="4" creationId="{FB9FD06B-7AC2-45D9-C720-AF9F69E54D37}"/>
          </ac:spMkLst>
        </pc:spChg>
        <pc:spChg chg="add del">
          <ac:chgData name="Olivia Rippee" userId="af7d865e-fcb0-4d64-ac8d-443260c6711b" providerId="ADAL" clId="{6AB5F31C-48DF-4291-A43C-43BA4D56B254}" dt="2024-05-06T01:02:07.771" v="733" actId="26606"/>
          <ac:spMkLst>
            <pc:docMk/>
            <pc:sldMk cId="4045173591" sldId="264"/>
            <ac:spMk id="7" creationId="{8FC9BE17-9A7B-462D-AE50-3D8777387304}"/>
          </ac:spMkLst>
        </pc:spChg>
        <pc:spChg chg="add del">
          <ac:chgData name="Olivia Rippee" userId="af7d865e-fcb0-4d64-ac8d-443260c6711b" providerId="ADAL" clId="{6AB5F31C-48DF-4291-A43C-43BA4D56B254}" dt="2024-05-06T01:02:07.771" v="733" actId="26606"/>
          <ac:spMkLst>
            <pc:docMk/>
            <pc:sldMk cId="4045173591" sldId="264"/>
            <ac:spMk id="12" creationId="{3EBE8569-6AEC-4B8C-8D53-2DE337CDBA65}"/>
          </ac:spMkLst>
        </pc:spChg>
        <pc:spChg chg="add del">
          <ac:chgData name="Olivia Rippee" userId="af7d865e-fcb0-4d64-ac8d-443260c6711b" providerId="ADAL" clId="{6AB5F31C-48DF-4291-A43C-43BA4D56B254}" dt="2024-05-06T01:02:07.771" v="733" actId="26606"/>
          <ac:spMkLst>
            <pc:docMk/>
            <pc:sldMk cId="4045173591" sldId="264"/>
            <ac:spMk id="14" creationId="{55D4142C-5077-457F-A6AD-3FECFDB39685}"/>
          </ac:spMkLst>
        </pc:spChg>
        <pc:spChg chg="add del">
          <ac:chgData name="Olivia Rippee" userId="af7d865e-fcb0-4d64-ac8d-443260c6711b" providerId="ADAL" clId="{6AB5F31C-48DF-4291-A43C-43BA4D56B254}" dt="2024-05-06T01:02:07.771" v="733" actId="26606"/>
          <ac:spMkLst>
            <pc:docMk/>
            <pc:sldMk cId="4045173591" sldId="264"/>
            <ac:spMk id="16" creationId="{7A5F0580-5EE9-419F-96EE-B6529EF6E7D0}"/>
          </ac:spMkLst>
        </pc:spChg>
        <pc:picChg chg="add mod ord">
          <ac:chgData name="Olivia Rippee" userId="af7d865e-fcb0-4d64-ac8d-443260c6711b" providerId="ADAL" clId="{6AB5F31C-48DF-4291-A43C-43BA4D56B254}" dt="2024-05-06T01:20:53.101" v="1303" actId="1076"/>
          <ac:picMkLst>
            <pc:docMk/>
            <pc:sldMk cId="4045173591" sldId="264"/>
            <ac:picMk id="5" creationId="{15741C3F-AFC0-E98B-7E25-409D670FC430}"/>
          </ac:picMkLst>
        </pc:picChg>
        <pc:picChg chg="del">
          <ac:chgData name="Olivia Rippee" userId="af7d865e-fcb0-4d64-ac8d-443260c6711b" providerId="ADAL" clId="{6AB5F31C-48DF-4291-A43C-43BA4D56B254}" dt="2024-05-04T20:17:54.839" v="61" actId="478"/>
          <ac:picMkLst>
            <pc:docMk/>
            <pc:sldMk cId="4045173591" sldId="264"/>
            <ac:picMk id="5" creationId="{4D513FF5-08D4-277D-E81B-134F437A447F}"/>
          </ac:picMkLst>
        </pc:picChg>
        <pc:picChg chg="del">
          <ac:chgData name="Olivia Rippee" userId="af7d865e-fcb0-4d64-ac8d-443260c6711b" providerId="ADAL" clId="{6AB5F31C-48DF-4291-A43C-43BA4D56B254}" dt="2024-05-04T20:17:55.480" v="63" actId="478"/>
          <ac:picMkLst>
            <pc:docMk/>
            <pc:sldMk cId="4045173591" sldId="264"/>
            <ac:picMk id="6" creationId="{6503DF00-9333-9F66-06F5-0CE114400E1B}"/>
          </ac:picMkLst>
        </pc:picChg>
        <pc:picChg chg="del">
          <ac:chgData name="Olivia Rippee" userId="af7d865e-fcb0-4d64-ac8d-443260c6711b" providerId="ADAL" clId="{6AB5F31C-48DF-4291-A43C-43BA4D56B254}" dt="2024-05-04T20:17:55.120" v="62" actId="478"/>
          <ac:picMkLst>
            <pc:docMk/>
            <pc:sldMk cId="4045173591" sldId="264"/>
            <ac:picMk id="8" creationId="{A7E7007F-BB41-F47B-4C03-546429B2B371}"/>
          </ac:picMkLst>
        </pc:picChg>
        <pc:picChg chg="add mod">
          <ac:chgData name="Olivia Rippee" userId="af7d865e-fcb0-4d64-ac8d-443260c6711b" providerId="ADAL" clId="{6AB5F31C-48DF-4291-A43C-43BA4D56B254}" dt="2024-05-06T01:20:54.916" v="1304" actId="1076"/>
          <ac:picMkLst>
            <pc:docMk/>
            <pc:sldMk cId="4045173591" sldId="264"/>
            <ac:picMk id="8" creationId="{B7CC7CDF-385A-4469-E5E9-F8DBCEE36ECF}"/>
          </ac:picMkLst>
        </pc:picChg>
        <pc:cxnChg chg="del mod">
          <ac:chgData name="Olivia Rippee" userId="af7d865e-fcb0-4d64-ac8d-443260c6711b" providerId="ADAL" clId="{6AB5F31C-48DF-4291-A43C-43BA4D56B254}" dt="2024-05-04T20:17:56.230" v="65" actId="478"/>
          <ac:cxnSpMkLst>
            <pc:docMk/>
            <pc:sldMk cId="4045173591" sldId="264"/>
            <ac:cxnSpMk id="10" creationId="{51A01250-8850-B095-0B1C-B9467D8F8014}"/>
          </ac:cxnSpMkLst>
        </pc:cxnChg>
      </pc:sldChg>
      <pc:sldChg chg="delSp modSp del mod delAnim">
        <pc:chgData name="Olivia Rippee" userId="af7d865e-fcb0-4d64-ac8d-443260c6711b" providerId="ADAL" clId="{6AB5F31C-48DF-4291-A43C-43BA4D56B254}" dt="2024-05-04T20:18:55.510" v="110" actId="2696"/>
        <pc:sldMkLst>
          <pc:docMk/>
          <pc:sldMk cId="720833760" sldId="265"/>
        </pc:sldMkLst>
        <pc:picChg chg="del mod">
          <ac:chgData name="Olivia Rippee" userId="af7d865e-fcb0-4d64-ac8d-443260c6711b" providerId="ADAL" clId="{6AB5F31C-48DF-4291-A43C-43BA4D56B254}" dt="2024-05-04T20:18:40.826" v="107" actId="478"/>
          <ac:picMkLst>
            <pc:docMk/>
            <pc:sldMk cId="720833760" sldId="265"/>
            <ac:picMk id="5" creationId="{2A3303AD-E6C0-E2A4-1AC8-70E73D4B8106}"/>
          </ac:picMkLst>
        </pc:picChg>
        <pc:picChg chg="del">
          <ac:chgData name="Olivia Rippee" userId="af7d865e-fcb0-4d64-ac8d-443260c6711b" providerId="ADAL" clId="{6AB5F31C-48DF-4291-A43C-43BA4D56B254}" dt="2024-05-04T20:18:41.138" v="108" actId="478"/>
          <ac:picMkLst>
            <pc:docMk/>
            <pc:sldMk cId="720833760" sldId="265"/>
            <ac:picMk id="9" creationId="{C390D41A-800D-8C4C-B3D0-4C6A29EA15C6}"/>
          </ac:picMkLst>
        </pc:picChg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671396855" sldId="266"/>
        </pc:sldMkLst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3800710279" sldId="267"/>
        </pc:sldMkLst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4089367803" sldId="268"/>
        </pc:sldMkLst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1713495004" sldId="269"/>
        </pc:sldMkLst>
      </pc:sldChg>
      <pc:sldChg chg="addSp delSp modSp mod delAnim modAnim modNotesTx">
        <pc:chgData name="Olivia Rippee" userId="af7d865e-fcb0-4d64-ac8d-443260c6711b" providerId="ADAL" clId="{6AB5F31C-48DF-4291-A43C-43BA4D56B254}" dt="2024-05-04T20:42:22.227" v="541"/>
        <pc:sldMkLst>
          <pc:docMk/>
          <pc:sldMk cId="2886242987" sldId="270"/>
        </pc:sldMkLst>
        <pc:spChg chg="del">
          <ac:chgData name="Olivia Rippee" userId="af7d865e-fcb0-4d64-ac8d-443260c6711b" providerId="ADAL" clId="{6AB5F31C-48DF-4291-A43C-43BA4D56B254}" dt="2024-05-04T20:18:35.793" v="104" actId="478"/>
          <ac:spMkLst>
            <pc:docMk/>
            <pc:sldMk cId="2886242987" sldId="270"/>
            <ac:spMk id="2" creationId="{345EF16B-CF0A-5402-0A9E-E29D66C9D0FD}"/>
          </ac:spMkLst>
        </pc:spChg>
        <pc:spChg chg="mod">
          <ac:chgData name="Olivia Rippee" userId="af7d865e-fcb0-4d64-ac8d-443260c6711b" providerId="ADAL" clId="{6AB5F31C-48DF-4291-A43C-43BA4D56B254}" dt="2024-05-04T20:25:55.463" v="462" actId="20577"/>
          <ac:spMkLst>
            <pc:docMk/>
            <pc:sldMk cId="2886242987" sldId="270"/>
            <ac:spMk id="3" creationId="{00000000-0000-0000-0000-000000000000}"/>
          </ac:spMkLst>
        </pc:spChg>
        <pc:graphicFrameChg chg="del mod">
          <ac:chgData name="Olivia Rippee" userId="af7d865e-fcb0-4d64-ac8d-443260c6711b" providerId="ADAL" clId="{6AB5F31C-48DF-4291-A43C-43BA4D56B254}" dt="2024-05-04T20:40:09.901" v="519" actId="478"/>
          <ac:graphicFrameMkLst>
            <pc:docMk/>
            <pc:sldMk cId="2886242987" sldId="270"/>
            <ac:graphicFrameMk id="4" creationId="{B49DD567-7313-8856-E414-5A42A47E6D51}"/>
          </ac:graphicFrameMkLst>
        </pc:graphicFrameChg>
        <pc:graphicFrameChg chg="del mod">
          <ac:chgData name="Olivia Rippee" userId="af7d865e-fcb0-4d64-ac8d-443260c6711b" providerId="ADAL" clId="{6AB5F31C-48DF-4291-A43C-43BA4D56B254}" dt="2024-05-04T20:40:10.229" v="520" actId="478"/>
          <ac:graphicFrameMkLst>
            <pc:docMk/>
            <pc:sldMk cId="2886242987" sldId="270"/>
            <ac:graphicFrameMk id="5" creationId="{31D2499F-3FB2-A23B-8827-0A28ACA0D401}"/>
          </ac:graphicFrameMkLst>
        </pc:graphicFrameChg>
        <pc:picChg chg="del">
          <ac:chgData name="Olivia Rippee" userId="af7d865e-fcb0-4d64-ac8d-443260c6711b" providerId="ADAL" clId="{6AB5F31C-48DF-4291-A43C-43BA4D56B254}" dt="2024-05-04T20:18:33.405" v="103" actId="478"/>
          <ac:picMkLst>
            <pc:docMk/>
            <pc:sldMk cId="2886242987" sldId="270"/>
            <ac:picMk id="7" creationId="{4A458DBB-222F-6B6B-056F-565A10729553}"/>
          </ac:picMkLst>
        </pc:picChg>
        <pc:picChg chg="add mod">
          <ac:chgData name="Olivia Rippee" userId="af7d865e-fcb0-4d64-ac8d-443260c6711b" providerId="ADAL" clId="{6AB5F31C-48DF-4291-A43C-43BA4D56B254}" dt="2024-05-04T20:35:23.343" v="507" actId="1076"/>
          <ac:picMkLst>
            <pc:docMk/>
            <pc:sldMk cId="2886242987" sldId="270"/>
            <ac:picMk id="8" creationId="{1B2FC12E-F838-982E-1B1C-CBE8DAD5388B}"/>
          </ac:picMkLst>
        </pc:picChg>
        <pc:picChg chg="add mod">
          <ac:chgData name="Olivia Rippee" userId="af7d865e-fcb0-4d64-ac8d-443260c6711b" providerId="ADAL" clId="{6AB5F31C-48DF-4291-A43C-43BA4D56B254}" dt="2024-05-04T20:40:28.582" v="528" actId="1076"/>
          <ac:picMkLst>
            <pc:docMk/>
            <pc:sldMk cId="2886242987" sldId="270"/>
            <ac:picMk id="10" creationId="{6346ED54-B29D-C63C-08B5-17358D0501DC}"/>
          </ac:picMkLst>
        </pc:picChg>
        <pc:picChg chg="add mod">
          <ac:chgData name="Olivia Rippee" userId="af7d865e-fcb0-4d64-ac8d-443260c6711b" providerId="ADAL" clId="{6AB5F31C-48DF-4291-A43C-43BA4D56B254}" dt="2024-05-04T20:40:32.215" v="530" actId="1076"/>
          <ac:picMkLst>
            <pc:docMk/>
            <pc:sldMk cId="2886242987" sldId="270"/>
            <ac:picMk id="12" creationId="{09845939-014B-A7A4-36E8-9B08A7E2E079}"/>
          </ac:picMkLst>
        </pc:picChg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2122785520" sldId="271"/>
        </pc:sldMkLst>
      </pc:sldChg>
      <pc:sldChg chg="modSp add del mod">
        <pc:chgData name="Olivia Rippee" userId="af7d865e-fcb0-4d64-ac8d-443260c6711b" providerId="ADAL" clId="{6AB5F31C-48DF-4291-A43C-43BA4D56B254}" dt="2024-05-04T20:26:08.113" v="463" actId="2696"/>
        <pc:sldMkLst>
          <pc:docMk/>
          <pc:sldMk cId="4139151811" sldId="271"/>
        </pc:sldMkLst>
        <pc:spChg chg="mod">
          <ac:chgData name="Olivia Rippee" userId="af7d865e-fcb0-4d64-ac8d-443260c6711b" providerId="ADAL" clId="{6AB5F31C-48DF-4291-A43C-43BA4D56B254}" dt="2024-05-04T20:19:24.143" v="148" actId="20577"/>
          <ac:spMkLst>
            <pc:docMk/>
            <pc:sldMk cId="4139151811" sldId="271"/>
            <ac:spMk id="3" creationId="{00000000-0000-0000-0000-000000000000}"/>
          </ac:spMkLst>
        </pc:spChg>
      </pc:sldChg>
      <pc:sldChg chg="addSp delSp modSp add mod modAnim">
        <pc:chgData name="Olivia Rippee" userId="af7d865e-fcb0-4d64-ac8d-443260c6711b" providerId="ADAL" clId="{6AB5F31C-48DF-4291-A43C-43BA4D56B254}" dt="2024-05-04T20:44:23.623" v="556"/>
        <pc:sldMkLst>
          <pc:docMk/>
          <pc:sldMk cId="3457624554" sldId="272"/>
        </pc:sldMkLst>
        <pc:spChg chg="mod">
          <ac:chgData name="Olivia Rippee" userId="af7d865e-fcb0-4d64-ac8d-443260c6711b" providerId="ADAL" clId="{6AB5F31C-48DF-4291-A43C-43BA4D56B254}" dt="2024-05-04T20:19:40.124" v="182" actId="20577"/>
          <ac:spMkLst>
            <pc:docMk/>
            <pc:sldMk cId="3457624554" sldId="272"/>
            <ac:spMk id="3" creationId="{00000000-0000-0000-0000-000000000000}"/>
          </ac:spMkLst>
        </pc:spChg>
        <pc:spChg chg="add mod">
          <ac:chgData name="Olivia Rippee" userId="af7d865e-fcb0-4d64-ac8d-443260c6711b" providerId="ADAL" clId="{6AB5F31C-48DF-4291-A43C-43BA4D56B254}" dt="2024-05-04T20:44:07.885" v="555" actId="14100"/>
          <ac:spMkLst>
            <pc:docMk/>
            <pc:sldMk cId="3457624554" sldId="272"/>
            <ac:spMk id="8" creationId="{3FF4B9AB-50CC-97DC-961F-AD49A71FFF11}"/>
          </ac:spMkLst>
        </pc:spChg>
        <pc:spChg chg="add mod">
          <ac:chgData name="Olivia Rippee" userId="af7d865e-fcb0-4d64-ac8d-443260c6711b" providerId="ADAL" clId="{6AB5F31C-48DF-4291-A43C-43BA4D56B254}" dt="2024-05-04T20:44:04.278" v="554" actId="14100"/>
          <ac:spMkLst>
            <pc:docMk/>
            <pc:sldMk cId="3457624554" sldId="272"/>
            <ac:spMk id="9" creationId="{18E862F4-E8A5-541C-6AB6-26A797238D8C}"/>
          </ac:spMkLst>
        </pc:spChg>
        <pc:graphicFrameChg chg="del mod">
          <ac:chgData name="Olivia Rippee" userId="af7d865e-fcb0-4d64-ac8d-443260c6711b" providerId="ADAL" clId="{6AB5F31C-48DF-4291-A43C-43BA4D56B254}" dt="2024-05-04T20:28:02.635" v="473" actId="478"/>
          <ac:graphicFrameMkLst>
            <pc:docMk/>
            <pc:sldMk cId="3457624554" sldId="272"/>
            <ac:graphicFrameMk id="2" creationId="{B20CC685-2CF4-71DB-E1B3-A30D25358EA0}"/>
          </ac:graphicFrameMkLst>
        </pc:graphicFrameChg>
        <pc:graphicFrameChg chg="del mod">
          <ac:chgData name="Olivia Rippee" userId="af7d865e-fcb0-4d64-ac8d-443260c6711b" providerId="ADAL" clId="{6AB5F31C-48DF-4291-A43C-43BA4D56B254}" dt="2024-05-04T20:28:02.261" v="472" actId="478"/>
          <ac:graphicFrameMkLst>
            <pc:docMk/>
            <pc:sldMk cId="3457624554" sldId="272"/>
            <ac:graphicFrameMk id="4" creationId="{0A6FA0A1-5638-E1AB-096C-255BBDB73509}"/>
          </ac:graphicFrameMkLst>
        </pc:graphicFrameChg>
        <pc:picChg chg="add mod">
          <ac:chgData name="Olivia Rippee" userId="af7d865e-fcb0-4d64-ac8d-443260c6711b" providerId="ADAL" clId="{6AB5F31C-48DF-4291-A43C-43BA4D56B254}" dt="2024-05-04T20:35:43.449" v="512"/>
          <ac:picMkLst>
            <pc:docMk/>
            <pc:sldMk cId="3457624554" sldId="272"/>
            <ac:picMk id="5" creationId="{508B79F4-4DFB-5CB1-13FF-BA45FC73325A}"/>
          </ac:picMkLst>
        </pc:picChg>
        <pc:picChg chg="add mod">
          <ac:chgData name="Olivia Rippee" userId="af7d865e-fcb0-4d64-ac8d-443260c6711b" providerId="ADAL" clId="{6AB5F31C-48DF-4291-A43C-43BA4D56B254}" dt="2024-05-04T20:43:37.846" v="549" actId="1076"/>
          <ac:picMkLst>
            <pc:docMk/>
            <pc:sldMk cId="3457624554" sldId="272"/>
            <ac:picMk id="7" creationId="{D05F981C-65FC-EF2C-4CA5-121E08474B28}"/>
          </ac:picMkLst>
        </pc:picChg>
      </pc:sldChg>
      <pc:sldChg chg="addSp delSp modSp add mod modAnim">
        <pc:chgData name="Olivia Rippee" userId="af7d865e-fcb0-4d64-ac8d-443260c6711b" providerId="ADAL" clId="{6AB5F31C-48DF-4291-A43C-43BA4D56B254}" dt="2024-05-04T20:46:25.005" v="574"/>
        <pc:sldMkLst>
          <pc:docMk/>
          <pc:sldMk cId="768704205" sldId="273"/>
        </pc:sldMkLst>
        <pc:spChg chg="mod">
          <ac:chgData name="Olivia Rippee" userId="af7d865e-fcb0-4d64-ac8d-443260c6711b" providerId="ADAL" clId="{6AB5F31C-48DF-4291-A43C-43BA4D56B254}" dt="2024-05-04T20:19:38.889" v="181" actId="20577"/>
          <ac:spMkLst>
            <pc:docMk/>
            <pc:sldMk cId="768704205" sldId="273"/>
            <ac:spMk id="3" creationId="{00000000-0000-0000-0000-000000000000}"/>
          </ac:spMkLst>
        </pc:spChg>
        <pc:spChg chg="add del mod">
          <ac:chgData name="Olivia Rippee" userId="af7d865e-fcb0-4d64-ac8d-443260c6711b" providerId="ADAL" clId="{6AB5F31C-48DF-4291-A43C-43BA4D56B254}" dt="2024-05-04T20:45:16.580" v="564" actId="478"/>
          <ac:spMkLst>
            <pc:docMk/>
            <pc:sldMk cId="768704205" sldId="273"/>
            <ac:spMk id="7" creationId="{88A1769B-B758-31E5-753D-3D6DF58EBFD4}"/>
          </ac:spMkLst>
        </pc:spChg>
        <pc:spChg chg="add del mod">
          <ac:chgData name="Olivia Rippee" userId="af7d865e-fcb0-4d64-ac8d-443260c6711b" providerId="ADAL" clId="{6AB5F31C-48DF-4291-A43C-43BA4D56B254}" dt="2024-05-04T20:45:15.077" v="563" actId="478"/>
          <ac:spMkLst>
            <pc:docMk/>
            <pc:sldMk cId="768704205" sldId="273"/>
            <ac:spMk id="8" creationId="{B2C47222-1540-5873-07BB-BEE4C716E065}"/>
          </ac:spMkLst>
        </pc:spChg>
        <pc:graphicFrameChg chg="del">
          <ac:chgData name="Olivia Rippee" userId="af7d865e-fcb0-4d64-ac8d-443260c6711b" providerId="ADAL" clId="{6AB5F31C-48DF-4291-A43C-43BA4D56B254}" dt="2024-05-04T20:28:00.479" v="471" actId="478"/>
          <ac:graphicFrameMkLst>
            <pc:docMk/>
            <pc:sldMk cId="768704205" sldId="273"/>
            <ac:graphicFrameMk id="2" creationId="{0916F419-9198-D20E-D6B6-21A62A3054B4}"/>
          </ac:graphicFrameMkLst>
        </pc:graphicFrameChg>
        <pc:picChg chg="add mod">
          <ac:chgData name="Olivia Rippee" userId="af7d865e-fcb0-4d64-ac8d-443260c6711b" providerId="ADAL" clId="{6AB5F31C-48DF-4291-A43C-43BA4D56B254}" dt="2024-05-04T20:35:45.824" v="513"/>
          <ac:picMkLst>
            <pc:docMk/>
            <pc:sldMk cId="768704205" sldId="273"/>
            <ac:picMk id="4" creationId="{4F51EB5A-F9BB-C10D-CD1E-E9C385B59094}"/>
          </ac:picMkLst>
        </pc:picChg>
        <pc:picChg chg="add mod">
          <ac:chgData name="Olivia Rippee" userId="af7d865e-fcb0-4d64-ac8d-443260c6711b" providerId="ADAL" clId="{6AB5F31C-48DF-4291-A43C-43BA4D56B254}" dt="2024-05-04T20:40:46.238" v="533" actId="1076"/>
          <ac:picMkLst>
            <pc:docMk/>
            <pc:sldMk cId="768704205" sldId="273"/>
            <ac:picMk id="6" creationId="{12E2FA91-4784-29BA-7A68-1FAD6A235E01}"/>
          </ac:picMkLst>
        </pc:picChg>
        <pc:cxnChg chg="add mod">
          <ac:chgData name="Olivia Rippee" userId="af7d865e-fcb0-4d64-ac8d-443260c6711b" providerId="ADAL" clId="{6AB5F31C-48DF-4291-A43C-43BA4D56B254}" dt="2024-05-04T20:45:44.753" v="570" actId="14100"/>
          <ac:cxnSpMkLst>
            <pc:docMk/>
            <pc:sldMk cId="768704205" sldId="273"/>
            <ac:cxnSpMk id="10" creationId="{CFC61C0A-19BB-A2BD-3314-AC6FADF4FE68}"/>
          </ac:cxnSpMkLst>
        </pc:cxnChg>
        <pc:cxnChg chg="add mod">
          <ac:chgData name="Olivia Rippee" userId="af7d865e-fcb0-4d64-ac8d-443260c6711b" providerId="ADAL" clId="{6AB5F31C-48DF-4291-A43C-43BA4D56B254}" dt="2024-05-04T20:45:54.558" v="572" actId="1076"/>
          <ac:cxnSpMkLst>
            <pc:docMk/>
            <pc:sldMk cId="768704205" sldId="273"/>
            <ac:cxnSpMk id="13" creationId="{1C723BCF-98E4-935C-D03C-67EB19F846BC}"/>
          </ac:cxnSpMkLst>
        </pc:cxnChg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1990704509" sldId="273"/>
        </pc:sldMkLst>
      </pc:sldChg>
      <pc:sldChg chg="addSp delSp modSp add mod delAnim modAnim">
        <pc:chgData name="Olivia Rippee" userId="af7d865e-fcb0-4d64-ac8d-443260c6711b" providerId="ADAL" clId="{6AB5F31C-48DF-4291-A43C-43BA4D56B254}" dt="2024-05-06T02:15:20.105" v="2254" actId="1076"/>
        <pc:sldMkLst>
          <pc:docMk/>
          <pc:sldMk cId="1487993166" sldId="274"/>
        </pc:sldMkLst>
        <pc:spChg chg="mod">
          <ac:chgData name="Olivia Rippee" userId="af7d865e-fcb0-4d64-ac8d-443260c6711b" providerId="ADAL" clId="{6AB5F31C-48DF-4291-A43C-43BA4D56B254}" dt="2024-05-06T01:47:18.548" v="1551" actId="20577"/>
          <ac:spMkLst>
            <pc:docMk/>
            <pc:sldMk cId="1487993166" sldId="274"/>
            <ac:spMk id="3" creationId="{00000000-0000-0000-0000-000000000000}"/>
          </ac:spMkLst>
        </pc:spChg>
        <pc:spChg chg="add del mod">
          <ac:chgData name="Olivia Rippee" userId="af7d865e-fcb0-4d64-ac8d-443260c6711b" providerId="ADAL" clId="{6AB5F31C-48DF-4291-A43C-43BA4D56B254}" dt="2024-05-04T20:47:42.609" v="585" actId="478"/>
          <ac:spMkLst>
            <pc:docMk/>
            <pc:sldMk cId="1487993166" sldId="274"/>
            <ac:spMk id="5" creationId="{1710C123-0907-6460-35DD-B71E43E768A3}"/>
          </ac:spMkLst>
        </pc:spChg>
        <pc:picChg chg="add mod">
          <ac:chgData name="Olivia Rippee" userId="af7d865e-fcb0-4d64-ac8d-443260c6711b" providerId="ADAL" clId="{6AB5F31C-48DF-4291-A43C-43BA4D56B254}" dt="2024-05-06T02:15:20.105" v="2254" actId="1076"/>
          <ac:picMkLst>
            <pc:docMk/>
            <pc:sldMk cId="1487993166" sldId="274"/>
            <ac:picMk id="4" creationId="{8E87DC29-0A10-7038-5172-853A4B83E921}"/>
          </ac:picMkLst>
        </pc:picChg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1536262968" sldId="274"/>
        </pc:sldMkLst>
      </pc:sldChg>
      <pc:sldChg chg="addSp modSp add mod">
        <pc:chgData name="Olivia Rippee" userId="af7d865e-fcb0-4d64-ac8d-443260c6711b" providerId="ADAL" clId="{6AB5F31C-48DF-4291-A43C-43BA4D56B254}" dt="2024-05-06T02:15:27.444" v="2255" actId="1076"/>
        <pc:sldMkLst>
          <pc:docMk/>
          <pc:sldMk cId="97163568" sldId="275"/>
        </pc:sldMkLst>
        <pc:spChg chg="mod">
          <ac:chgData name="Olivia Rippee" userId="af7d865e-fcb0-4d64-ac8d-443260c6711b" providerId="ADAL" clId="{6AB5F31C-48DF-4291-A43C-43BA4D56B254}" dt="2024-05-04T20:20:16.828" v="261" actId="20577"/>
          <ac:spMkLst>
            <pc:docMk/>
            <pc:sldMk cId="97163568" sldId="275"/>
            <ac:spMk id="3" creationId="{00000000-0000-0000-0000-000000000000}"/>
          </ac:spMkLst>
        </pc:spChg>
        <pc:picChg chg="add mod">
          <ac:chgData name="Olivia Rippee" userId="af7d865e-fcb0-4d64-ac8d-443260c6711b" providerId="ADAL" clId="{6AB5F31C-48DF-4291-A43C-43BA4D56B254}" dt="2024-05-06T02:15:27.444" v="2255" actId="1076"/>
          <ac:picMkLst>
            <pc:docMk/>
            <pc:sldMk cId="97163568" sldId="275"/>
            <ac:picMk id="4" creationId="{78EA1CAB-F72C-12BF-8ACD-CB3CE157009A}"/>
          </ac:picMkLst>
        </pc:picChg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1441829396" sldId="275"/>
        </pc:sldMkLst>
      </pc:sldChg>
      <pc:sldChg chg="addSp modSp add mod">
        <pc:chgData name="Olivia Rippee" userId="af7d865e-fcb0-4d64-ac8d-443260c6711b" providerId="ADAL" clId="{6AB5F31C-48DF-4291-A43C-43BA4D56B254}" dt="2024-05-04T20:41:19.052" v="540" actId="1076"/>
        <pc:sldMkLst>
          <pc:docMk/>
          <pc:sldMk cId="3405783974" sldId="276"/>
        </pc:sldMkLst>
        <pc:spChg chg="mod">
          <ac:chgData name="Olivia Rippee" userId="af7d865e-fcb0-4d64-ac8d-443260c6711b" providerId="ADAL" clId="{6AB5F31C-48DF-4291-A43C-43BA4D56B254}" dt="2024-05-04T20:28:40.569" v="485" actId="313"/>
          <ac:spMkLst>
            <pc:docMk/>
            <pc:sldMk cId="3405783974" sldId="276"/>
            <ac:spMk id="3" creationId="{00000000-0000-0000-0000-000000000000}"/>
          </ac:spMkLst>
        </pc:spChg>
        <pc:picChg chg="add mod modCrop">
          <ac:chgData name="Olivia Rippee" userId="af7d865e-fcb0-4d64-ac8d-443260c6711b" providerId="ADAL" clId="{6AB5F31C-48DF-4291-A43C-43BA4D56B254}" dt="2024-05-04T20:41:19.052" v="540" actId="1076"/>
          <ac:picMkLst>
            <pc:docMk/>
            <pc:sldMk cId="3405783974" sldId="276"/>
            <ac:picMk id="4" creationId="{AD431C2A-3C2C-AABB-94CD-43AFCFCED228}"/>
          </ac:picMkLst>
        </pc:picChg>
      </pc:sldChg>
      <pc:sldChg chg="addSp delSp modSp add mod modAnim modNotesTx">
        <pc:chgData name="Olivia Rippee" userId="af7d865e-fcb0-4d64-ac8d-443260c6711b" providerId="ADAL" clId="{6AB5F31C-48DF-4291-A43C-43BA4D56B254}" dt="2024-05-06T02:16:32.505" v="2307" actId="1076"/>
        <pc:sldMkLst>
          <pc:docMk/>
          <pc:sldMk cId="3879058856" sldId="277"/>
        </pc:sldMkLst>
        <pc:spChg chg="mod">
          <ac:chgData name="Olivia Rippee" userId="af7d865e-fcb0-4d64-ac8d-443260c6711b" providerId="ADAL" clId="{6AB5F31C-48DF-4291-A43C-43BA4D56B254}" dt="2024-05-04T20:21:10.887" v="375" actId="20577"/>
          <ac:spMkLst>
            <pc:docMk/>
            <pc:sldMk cId="3879058856" sldId="277"/>
            <ac:spMk id="3" creationId="{00000000-0000-0000-0000-000000000000}"/>
          </ac:spMkLst>
        </pc:spChg>
        <pc:spChg chg="add mod">
          <ac:chgData name="Olivia Rippee" userId="af7d865e-fcb0-4d64-ac8d-443260c6711b" providerId="ADAL" clId="{6AB5F31C-48DF-4291-A43C-43BA4D56B254}" dt="2024-05-06T02:16:32.505" v="2307" actId="1076"/>
          <ac:spMkLst>
            <pc:docMk/>
            <pc:sldMk cId="3879058856" sldId="277"/>
            <ac:spMk id="11" creationId="{516C090C-11FC-1EAD-5F55-07CA4C635A08}"/>
          </ac:spMkLst>
        </pc:spChg>
        <pc:spChg chg="add mod ord">
          <ac:chgData name="Olivia Rippee" userId="af7d865e-fcb0-4d64-ac8d-443260c6711b" providerId="ADAL" clId="{6AB5F31C-48DF-4291-A43C-43BA4D56B254}" dt="2024-05-06T02:10:48.291" v="1939" actId="167"/>
          <ac:spMkLst>
            <pc:docMk/>
            <pc:sldMk cId="3879058856" sldId="277"/>
            <ac:spMk id="12" creationId="{C5170825-5E60-62BB-5CE2-6D8A2CE44021}"/>
          </ac:spMkLst>
        </pc:spChg>
        <pc:picChg chg="add del mod">
          <ac:chgData name="Olivia Rippee" userId="af7d865e-fcb0-4d64-ac8d-443260c6711b" providerId="ADAL" clId="{6AB5F31C-48DF-4291-A43C-43BA4D56B254}" dt="2024-05-06T01:50:21.222" v="1556" actId="478"/>
          <ac:picMkLst>
            <pc:docMk/>
            <pc:sldMk cId="3879058856" sldId="277"/>
            <ac:picMk id="4" creationId="{8E4F0D5E-891C-4123-E315-5592D54FE522}"/>
          </ac:picMkLst>
        </pc:picChg>
        <pc:picChg chg="add mod">
          <ac:chgData name="Olivia Rippee" userId="af7d865e-fcb0-4d64-ac8d-443260c6711b" providerId="ADAL" clId="{6AB5F31C-48DF-4291-A43C-43BA4D56B254}" dt="2024-05-06T01:50:34.322" v="1561" actId="1076"/>
          <ac:picMkLst>
            <pc:docMk/>
            <pc:sldMk cId="3879058856" sldId="277"/>
            <ac:picMk id="5" creationId="{36EF9EBB-4579-29FE-56FA-FD8DD0F873FA}"/>
          </ac:picMkLst>
        </pc:picChg>
        <pc:picChg chg="add del mod">
          <ac:chgData name="Olivia Rippee" userId="af7d865e-fcb0-4d64-ac8d-443260c6711b" providerId="ADAL" clId="{6AB5F31C-48DF-4291-A43C-43BA4D56B254}" dt="2024-05-06T01:51:38.145" v="1564" actId="478"/>
          <ac:picMkLst>
            <pc:docMk/>
            <pc:sldMk cId="3879058856" sldId="277"/>
            <ac:picMk id="7" creationId="{0EFBA088-567D-33F1-95FF-AD40A4017ACF}"/>
          </ac:picMkLst>
        </pc:picChg>
        <pc:picChg chg="add mod modCrop">
          <ac:chgData name="Olivia Rippee" userId="af7d865e-fcb0-4d64-ac8d-443260c6711b" providerId="ADAL" clId="{6AB5F31C-48DF-4291-A43C-43BA4D56B254}" dt="2024-05-06T01:54:30.205" v="1609" actId="14100"/>
          <ac:picMkLst>
            <pc:docMk/>
            <pc:sldMk cId="3879058856" sldId="277"/>
            <ac:picMk id="9" creationId="{20AEACC2-6DCB-BDE8-52E7-DA2C3E709310}"/>
          </ac:picMkLst>
        </pc:picChg>
        <pc:picChg chg="add mod modCrop">
          <ac:chgData name="Olivia Rippee" userId="af7d865e-fcb0-4d64-ac8d-443260c6711b" providerId="ADAL" clId="{6AB5F31C-48DF-4291-A43C-43BA4D56B254}" dt="2024-05-06T02:09:26.367" v="1928" actId="1076"/>
          <ac:picMkLst>
            <pc:docMk/>
            <pc:sldMk cId="3879058856" sldId="277"/>
            <ac:picMk id="10" creationId="{C5BAA462-4FA6-9E35-F249-980B415F3D08}"/>
          </ac:picMkLst>
        </pc:picChg>
      </pc:sldChg>
      <pc:sldChg chg="addSp delSp modSp add mod modAnim">
        <pc:chgData name="Olivia Rippee" userId="af7d865e-fcb0-4d64-ac8d-443260c6711b" providerId="ADAL" clId="{6AB5F31C-48DF-4291-A43C-43BA4D56B254}" dt="2024-05-06T02:14:58.346" v="2253" actId="1076"/>
        <pc:sldMkLst>
          <pc:docMk/>
          <pc:sldMk cId="2934093029" sldId="278"/>
        </pc:sldMkLst>
        <pc:spChg chg="add mod">
          <ac:chgData name="Olivia Rippee" userId="af7d865e-fcb0-4d64-ac8d-443260c6711b" providerId="ADAL" clId="{6AB5F31C-48DF-4291-A43C-43BA4D56B254}" dt="2024-05-06T02:14:58.346" v="2253" actId="1076"/>
          <ac:spMkLst>
            <pc:docMk/>
            <pc:sldMk cId="2934093029" sldId="278"/>
            <ac:spMk id="2" creationId="{5C7FB891-6498-6601-3398-227BCEB9432C}"/>
          </ac:spMkLst>
        </pc:spChg>
        <pc:spChg chg="mod">
          <ac:chgData name="Olivia Rippee" userId="af7d865e-fcb0-4d64-ac8d-443260c6711b" providerId="ADAL" clId="{6AB5F31C-48DF-4291-A43C-43BA4D56B254}" dt="2024-05-04T20:32:44.553" v="496" actId="20577"/>
          <ac:spMkLst>
            <pc:docMk/>
            <pc:sldMk cId="2934093029" sldId="278"/>
            <ac:spMk id="3" creationId="{00000000-0000-0000-0000-000000000000}"/>
          </ac:spMkLst>
        </pc:spChg>
        <pc:picChg chg="add del mod">
          <ac:chgData name="Olivia Rippee" userId="af7d865e-fcb0-4d64-ac8d-443260c6711b" providerId="ADAL" clId="{6AB5F31C-48DF-4291-A43C-43BA4D56B254}" dt="2024-05-04T20:54:58.457" v="614" actId="478"/>
          <ac:picMkLst>
            <pc:docMk/>
            <pc:sldMk cId="2934093029" sldId="278"/>
            <ac:picMk id="4" creationId="{B51FFEF0-48E9-B991-81E4-C32446EAE0D4}"/>
          </ac:picMkLst>
        </pc:picChg>
        <pc:picChg chg="add mod">
          <ac:chgData name="Olivia Rippee" userId="af7d865e-fcb0-4d64-ac8d-443260c6711b" providerId="ADAL" clId="{6AB5F31C-48DF-4291-A43C-43BA4D56B254}" dt="2024-05-06T02:12:57.472" v="2200" actId="1076"/>
          <ac:picMkLst>
            <pc:docMk/>
            <pc:sldMk cId="2934093029" sldId="278"/>
            <ac:picMk id="6" creationId="{5AA1AFB4-5F9B-802F-EFF5-B7EBBD68C55D}"/>
          </ac:picMkLst>
        </pc:picChg>
        <pc:cxnChg chg="add mod">
          <ac:chgData name="Olivia Rippee" userId="af7d865e-fcb0-4d64-ac8d-443260c6711b" providerId="ADAL" clId="{6AB5F31C-48DF-4291-A43C-43BA4D56B254}" dt="2024-05-06T02:13:02.177" v="2201" actId="14100"/>
          <ac:cxnSpMkLst>
            <pc:docMk/>
            <pc:sldMk cId="2934093029" sldId="278"/>
            <ac:cxnSpMk id="4" creationId="{E6946C10-97D9-1D18-4F44-FC9C37800079}"/>
          </ac:cxnSpMkLst>
        </pc:cxnChg>
        <pc:cxnChg chg="add mod">
          <ac:chgData name="Olivia Rippee" userId="af7d865e-fcb0-4d64-ac8d-443260c6711b" providerId="ADAL" clId="{6AB5F31C-48DF-4291-A43C-43BA4D56B254}" dt="2024-05-06T02:13:35.057" v="2226" actId="1038"/>
          <ac:cxnSpMkLst>
            <pc:docMk/>
            <pc:sldMk cId="2934093029" sldId="278"/>
            <ac:cxnSpMk id="7" creationId="{47FB676B-AE97-F712-337D-02625C7A9A4F}"/>
          </ac:cxnSpMkLst>
        </pc:cxnChg>
        <pc:cxnChg chg="add mod">
          <ac:chgData name="Olivia Rippee" userId="af7d865e-fcb0-4d64-ac8d-443260c6711b" providerId="ADAL" clId="{6AB5F31C-48DF-4291-A43C-43BA4D56B254}" dt="2024-05-06T02:13:25.049" v="2219" actId="1036"/>
          <ac:cxnSpMkLst>
            <pc:docMk/>
            <pc:sldMk cId="2934093029" sldId="278"/>
            <ac:cxnSpMk id="9" creationId="{037A6215-C3EC-C66A-C1E3-2A992249067C}"/>
          </ac:cxnSpMkLst>
        </pc:cxnChg>
      </pc:sldChg>
      <pc:sldChg chg="addSp delSp modSp add mod">
        <pc:chgData name="Olivia Rippee" userId="af7d865e-fcb0-4d64-ac8d-443260c6711b" providerId="ADAL" clId="{6AB5F31C-48DF-4291-A43C-43BA4D56B254}" dt="2024-05-06T01:48:14.096" v="1553" actId="207"/>
        <pc:sldMkLst>
          <pc:docMk/>
          <pc:sldMk cId="3777111300" sldId="279"/>
        </pc:sldMkLst>
        <pc:spChg chg="add del mod">
          <ac:chgData name="Olivia Rippee" userId="af7d865e-fcb0-4d64-ac8d-443260c6711b" providerId="ADAL" clId="{6AB5F31C-48DF-4291-A43C-43BA4D56B254}" dt="2024-05-04T20:57:31.178" v="624" actId="478"/>
          <ac:spMkLst>
            <pc:docMk/>
            <pc:sldMk cId="3777111300" sldId="279"/>
            <ac:spMk id="2" creationId="{E71AF47F-C9A6-3292-68DF-E233BCFAB4EF}"/>
          </ac:spMkLst>
        </pc:spChg>
        <pc:spChg chg="mod">
          <ac:chgData name="Olivia Rippee" userId="af7d865e-fcb0-4d64-ac8d-443260c6711b" providerId="ADAL" clId="{6AB5F31C-48DF-4291-A43C-43BA4D56B254}" dt="2024-05-04T21:01:24.882" v="704" actId="255"/>
          <ac:spMkLst>
            <pc:docMk/>
            <pc:sldMk cId="3777111300" sldId="279"/>
            <ac:spMk id="3" creationId="{00000000-0000-0000-0000-000000000000}"/>
          </ac:spMkLst>
        </pc:spChg>
        <pc:spChg chg="add del">
          <ac:chgData name="Olivia Rippee" userId="af7d865e-fcb0-4d64-ac8d-443260c6711b" providerId="ADAL" clId="{6AB5F31C-48DF-4291-A43C-43BA4D56B254}" dt="2024-05-04T20:57:24.894" v="621"/>
          <ac:spMkLst>
            <pc:docMk/>
            <pc:sldMk cId="3777111300" sldId="279"/>
            <ac:spMk id="5" creationId="{E9397DFB-1660-9B94-58C7-9E8CB8D71324}"/>
          </ac:spMkLst>
        </pc:spChg>
        <pc:spChg chg="add mod">
          <ac:chgData name="Olivia Rippee" userId="af7d865e-fcb0-4d64-ac8d-443260c6711b" providerId="ADAL" clId="{6AB5F31C-48DF-4291-A43C-43BA4D56B254}" dt="2024-05-06T01:48:14.096" v="1553" actId="207"/>
          <ac:spMkLst>
            <pc:docMk/>
            <pc:sldMk cId="3777111300" sldId="279"/>
            <ac:spMk id="6" creationId="{7AD3F55C-17B2-7407-4305-F11A2C295EB3}"/>
          </ac:spMkLst>
        </pc:spChg>
        <pc:spChg chg="add del mod">
          <ac:chgData name="Olivia Rippee" userId="af7d865e-fcb0-4d64-ac8d-443260c6711b" providerId="ADAL" clId="{6AB5F31C-48DF-4291-A43C-43BA4D56B254}" dt="2024-05-04T21:00:46.738" v="687" actId="478"/>
          <ac:spMkLst>
            <pc:docMk/>
            <pc:sldMk cId="3777111300" sldId="279"/>
            <ac:spMk id="7" creationId="{E8562CAD-60CE-26C6-A282-B30880959432}"/>
          </ac:spMkLst>
        </pc:spChg>
        <pc:spChg chg="add del">
          <ac:chgData name="Olivia Rippee" userId="af7d865e-fcb0-4d64-ac8d-443260c6711b" providerId="ADAL" clId="{6AB5F31C-48DF-4291-A43C-43BA4D56B254}" dt="2024-05-04T21:00:55.009" v="692"/>
          <ac:spMkLst>
            <pc:docMk/>
            <pc:sldMk cId="3777111300" sldId="279"/>
            <ac:spMk id="8" creationId="{3A0E38BF-84CB-B052-6834-FC77457E2107}"/>
          </ac:spMkLst>
        </pc:spChg>
        <pc:picChg chg="del mod">
          <ac:chgData name="Olivia Rippee" userId="af7d865e-fcb0-4d64-ac8d-443260c6711b" providerId="ADAL" clId="{6AB5F31C-48DF-4291-A43C-43BA4D56B254}" dt="2024-05-04T20:51:44.879" v="603" actId="478"/>
          <ac:picMkLst>
            <pc:docMk/>
            <pc:sldMk cId="3777111300" sldId="279"/>
            <ac:picMk id="4" creationId="{8E4F0D5E-891C-4123-E315-5592D54FE522}"/>
          </ac:picMkLst>
        </pc:picChg>
      </pc:sldChg>
      <pc:sldChg chg="delSp modSp add mod delAnim modAnim">
        <pc:chgData name="Olivia Rippee" userId="af7d865e-fcb0-4d64-ac8d-443260c6711b" providerId="ADAL" clId="{6AB5F31C-48DF-4291-A43C-43BA4D56B254}" dt="2024-05-06T01:26:24.336" v="1538" actId="20577"/>
        <pc:sldMkLst>
          <pc:docMk/>
          <pc:sldMk cId="2081671421" sldId="280"/>
        </pc:sldMkLst>
        <pc:spChg chg="mod">
          <ac:chgData name="Olivia Rippee" userId="af7d865e-fcb0-4d64-ac8d-443260c6711b" providerId="ADAL" clId="{6AB5F31C-48DF-4291-A43C-43BA4D56B254}" dt="2024-05-06T01:26:24.336" v="1538" actId="20577"/>
          <ac:spMkLst>
            <pc:docMk/>
            <pc:sldMk cId="2081671421" sldId="280"/>
            <ac:spMk id="3" creationId="{00000000-0000-0000-0000-000000000000}"/>
          </ac:spMkLst>
        </pc:spChg>
        <pc:spChg chg="mod">
          <ac:chgData name="Olivia Rippee" userId="af7d865e-fcb0-4d64-ac8d-443260c6711b" providerId="ADAL" clId="{6AB5F31C-48DF-4291-A43C-43BA4D56B254}" dt="2024-05-06T01:26:18.413" v="1533" actId="20577"/>
          <ac:spMkLst>
            <pc:docMk/>
            <pc:sldMk cId="2081671421" sldId="280"/>
            <ac:spMk id="4" creationId="{FB9FD06B-7AC2-45D9-C720-AF9F69E54D37}"/>
          </ac:spMkLst>
        </pc:spChg>
        <pc:picChg chg="del">
          <ac:chgData name="Olivia Rippee" userId="af7d865e-fcb0-4d64-ac8d-443260c6711b" providerId="ADAL" clId="{6AB5F31C-48DF-4291-A43C-43BA4D56B254}" dt="2024-05-06T01:21:57.613" v="1354" actId="478"/>
          <ac:picMkLst>
            <pc:docMk/>
            <pc:sldMk cId="2081671421" sldId="280"/>
            <ac:picMk id="5" creationId="{15741C3F-AFC0-E98B-7E25-409D670FC430}"/>
          </ac:picMkLst>
        </pc:picChg>
        <pc:picChg chg="del">
          <ac:chgData name="Olivia Rippee" userId="af7d865e-fcb0-4d64-ac8d-443260c6711b" providerId="ADAL" clId="{6AB5F31C-48DF-4291-A43C-43BA4D56B254}" dt="2024-05-06T01:21:55.208" v="1353" actId="478"/>
          <ac:picMkLst>
            <pc:docMk/>
            <pc:sldMk cId="2081671421" sldId="280"/>
            <ac:picMk id="8" creationId="{B7CC7CDF-385A-4469-E5E9-F8DBCEE36EC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30BDC-74CC-3843-B948-E55E3B91314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9D0627-5016-7E41-9F58-A1766719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4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2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37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45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99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5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14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04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5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0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Uniprot</a:t>
            </a:r>
            <a:r>
              <a:rPr lang="en-US" dirty="0"/>
              <a:t> IDs </a:t>
            </a:r>
            <a:r>
              <a:rPr lang="en-US" dirty="0">
                <a:sym typeface="Wingdings" panose="05000000000000000000" pitchFamily="2" charset="2"/>
              </a:rPr>
              <a:t> gene names  OMIM disease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2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36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0E66-BFBC-54B3-F9FD-90A08F87C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78825-9B20-1C78-1A11-5E66C254F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F1B99-B10A-98B7-8AA5-FA569CF8C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388D0-1FBC-D833-1BDD-1A3D6EF9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EDF0C-5059-1122-9015-91C80210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5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FFCF-52EF-F34D-20FC-D54D5728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429AE-1AA6-48F0-B46C-B82A58130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A8549-ADC8-E1EB-24C9-B76F10F32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135A7-8CD8-4C1F-3CF2-8253790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1CEB0-EE53-6EC5-3CD5-0275DFF3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5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808A-97B7-26D1-13E1-EF881215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DAD9A-BF1C-D9E0-8C14-23C589791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4434D-38B7-DE0A-6AE6-71ADDE817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AF648-081A-5BCE-D176-67485090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2E5A7-F463-513F-7762-183CAF4F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4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7390E-56A2-39D4-91C0-5D6F8AF8D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296C7-6364-D185-33ED-44DAFD27E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1B1D7-4E2D-0FF3-3658-5C7DD98C4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9980C-7EE5-2114-7F5D-263024B8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E93A1-618A-A795-3EBD-B3382F4FA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F3EBC-9855-0202-3AF6-F8DA2BD0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EFFD-B3A0-B330-6205-D27DCF0B3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63168-74B9-5E3B-66A7-AF79ED59F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A57E9-1F68-B0EB-9EE2-08C670C79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CE3B3-8088-08E8-4AF0-F5448C70F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56C1B-3BB7-BDAD-B727-5E3A9324FB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1BB466-C9F8-CC23-7C95-4D4B1AC4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095B71-C997-C9A8-8D8D-EB6443C9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62A34-6767-342C-AA75-B394D621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7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32BB8-423F-7D54-2545-01429AA4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12C4A3-1F21-FDA4-2949-267053C9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066B5-E950-D744-B55B-46879A93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D1C83-3762-7BD6-2140-6E5A582D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5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7AB36-BB57-84A8-8C1C-E3FCB11A8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BD541C-B6D9-55A2-CD1D-87526C4D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AD230-4493-D28F-FF30-A6D3B942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63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B4B2-62BE-C883-0E11-014CA942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744F1-DB5B-9FEA-4E22-054A010DF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6677B-547C-B5C0-3F41-87343FEA4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B5644-119B-5C5A-677B-ED4A31A17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97FE6-65D3-D113-113D-A8DCB153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CB674-2491-5AAD-4B3C-CDF3EE448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7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68E5-10A9-5D17-FBFF-C997DD431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6A1A3-CB61-DE88-E253-1DB1CFB03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20F26-5FC6-D096-87DB-A19E1B857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4FF1F-35DB-907C-0740-5A945CA0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AAB53-FECC-E4B0-C904-DCC699D1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E773D-C879-CB92-63DF-62487ADB2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8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64F2-ABC9-C6D1-9C72-DFA415A2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595BF-1F5D-2198-30DB-77C880DFE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DB9F5-6AFA-83BE-6A2B-327BB5F2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2075A-E3D5-BE65-D143-B8FA5F84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EE67-6F44-52AE-8466-03517455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9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A9AB8B-B87E-255C-2347-E3AD92D83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B2DB4-B56F-265B-C289-58CD84D14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A91B8-0619-352C-7F04-D71379F7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1E2EC-08FB-33D3-A434-D2CC7908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F58D-3154-FAB4-2646-189B149D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24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bg>
      <p:bgPr>
        <a:solidFill>
          <a:srgbClr val="003D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C:\Users\tjernigan\Desktop\KUMC_ppt_template\murphy4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44"/>
          <a:stretch/>
        </p:blipFill>
        <p:spPr bwMode="auto">
          <a:xfrm>
            <a:off x="3103248" y="-2275"/>
            <a:ext cx="9088753" cy="686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-7796" y="-2275"/>
            <a:ext cx="5001453" cy="6860276"/>
          </a:xfrm>
          <a:custGeom>
            <a:avLst/>
            <a:gdLst>
              <a:gd name="connsiteX0" fmla="*/ 0 w 3128749"/>
              <a:gd name="connsiteY0" fmla="*/ 0 h 6858000"/>
              <a:gd name="connsiteX1" fmla="*/ 3128749 w 3128749"/>
              <a:gd name="connsiteY1" fmla="*/ 0 h 6858000"/>
              <a:gd name="connsiteX2" fmla="*/ 3128749 w 3128749"/>
              <a:gd name="connsiteY2" fmla="*/ 6858000 h 6858000"/>
              <a:gd name="connsiteX3" fmla="*/ 0 w 3128749"/>
              <a:gd name="connsiteY3" fmla="*/ 6858000 h 6858000"/>
              <a:gd name="connsiteX4" fmla="*/ 0 w 3128749"/>
              <a:gd name="connsiteY4" fmla="*/ 0 h 6858000"/>
              <a:gd name="connsiteX0" fmla="*/ 0 w 4998492"/>
              <a:gd name="connsiteY0" fmla="*/ 0 h 6858000"/>
              <a:gd name="connsiteX1" fmla="*/ 4998492 w 4998492"/>
              <a:gd name="connsiteY1" fmla="*/ 0 h 6858000"/>
              <a:gd name="connsiteX2" fmla="*/ 3128749 w 4998492"/>
              <a:gd name="connsiteY2" fmla="*/ 6858000 h 6858000"/>
              <a:gd name="connsiteX3" fmla="*/ 0 w 4998492"/>
              <a:gd name="connsiteY3" fmla="*/ 6858000 h 6858000"/>
              <a:gd name="connsiteX4" fmla="*/ 0 w 49984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98492" h="6858000">
                <a:moveTo>
                  <a:pt x="0" y="0"/>
                </a:moveTo>
                <a:lnTo>
                  <a:pt x="4998492" y="0"/>
                </a:lnTo>
                <a:lnTo>
                  <a:pt x="312874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CF0A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4" name="Straight Connector 3"/>
          <p:cNvCxnSpPr/>
          <p:nvPr userDrawn="1"/>
        </p:nvCxnSpPr>
        <p:spPr>
          <a:xfrm flipH="1">
            <a:off x="8382595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H="1">
            <a:off x="8554538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flipH="1">
            <a:off x="8726481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 flipH="1">
            <a:off x="8898423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 flipH="1">
            <a:off x="9070366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flipH="1">
            <a:off x="9242309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flipH="1">
            <a:off x="9414252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 userDrawn="1"/>
        </p:nvCxnSpPr>
        <p:spPr>
          <a:xfrm flipH="1">
            <a:off x="9586194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 flipH="1">
            <a:off x="9758137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 flipH="1">
            <a:off x="9930080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 flipH="1">
            <a:off x="10102023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 flipH="1">
            <a:off x="10273966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>
          <a:xfrm flipH="1">
            <a:off x="10445908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 flipH="1">
            <a:off x="10617851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 userDrawn="1"/>
        </p:nvCxnSpPr>
        <p:spPr>
          <a:xfrm flipH="1">
            <a:off x="10789794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 flipH="1">
            <a:off x="10961737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 userDrawn="1"/>
        </p:nvCxnSpPr>
        <p:spPr>
          <a:xfrm flipH="1">
            <a:off x="11133679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 flipH="1">
            <a:off x="11305622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 userDrawn="1"/>
        </p:nvCxnSpPr>
        <p:spPr>
          <a:xfrm flipH="1">
            <a:off x="11477565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 userDrawn="1"/>
        </p:nvCxnSpPr>
        <p:spPr>
          <a:xfrm flipH="1">
            <a:off x="11649508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>
          <a:xfrm flipH="1">
            <a:off x="11821461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 descr="C:\Users\tjernigan\Desktop\KUMC_ppt_template\dk blue confetti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63"/>
          <a:stretch/>
        </p:blipFill>
        <p:spPr bwMode="auto">
          <a:xfrm>
            <a:off x="597056" y="1"/>
            <a:ext cx="1203638" cy="990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tjernigan\Desktop\KUMC_ppt_template\ku red confetti.pn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303"/>
          <a:stretch/>
        </p:blipFill>
        <p:spPr bwMode="auto">
          <a:xfrm>
            <a:off x="8153936" y="5715001"/>
            <a:ext cx="1203638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11" descr="S:\PMP\Printing\EPS Files\Med Center Logos NEW\KUMC Logos\KUMC\MedCntr_REV_UnitHorz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2113" y="5917596"/>
            <a:ext cx="2132733" cy="583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899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0037" y="429904"/>
            <a:ext cx="10181218" cy="478435"/>
          </a:xfrm>
          <a:custGeom>
            <a:avLst/>
            <a:gdLst>
              <a:gd name="connsiteX0" fmla="*/ 0 w 7467600"/>
              <a:gd name="connsiteY0" fmla="*/ 0 h 685800"/>
              <a:gd name="connsiteX1" fmla="*/ 7467600 w 7467600"/>
              <a:gd name="connsiteY1" fmla="*/ 0 h 685800"/>
              <a:gd name="connsiteX2" fmla="*/ 7467600 w 7467600"/>
              <a:gd name="connsiteY2" fmla="*/ 685800 h 685800"/>
              <a:gd name="connsiteX3" fmla="*/ 0 w 7467600"/>
              <a:gd name="connsiteY3" fmla="*/ 685800 h 685800"/>
              <a:gd name="connsiteX4" fmla="*/ 0 w 7467600"/>
              <a:gd name="connsiteY4" fmla="*/ 0 h 685800"/>
              <a:gd name="connsiteX0" fmla="*/ 0 w 7647308"/>
              <a:gd name="connsiteY0" fmla="*/ 5286 h 691086"/>
              <a:gd name="connsiteX1" fmla="*/ 7647308 w 7647308"/>
              <a:gd name="connsiteY1" fmla="*/ 0 h 691086"/>
              <a:gd name="connsiteX2" fmla="*/ 7467600 w 7647308"/>
              <a:gd name="connsiteY2" fmla="*/ 691086 h 691086"/>
              <a:gd name="connsiteX3" fmla="*/ 0 w 7647308"/>
              <a:gd name="connsiteY3" fmla="*/ 691086 h 691086"/>
              <a:gd name="connsiteX4" fmla="*/ 0 w 7647308"/>
              <a:gd name="connsiteY4" fmla="*/ 5286 h 691086"/>
              <a:gd name="connsiteX0" fmla="*/ 0 w 7647308"/>
              <a:gd name="connsiteY0" fmla="*/ 5286 h 691086"/>
              <a:gd name="connsiteX1" fmla="*/ 7647308 w 7647308"/>
              <a:gd name="connsiteY1" fmla="*/ 0 h 691086"/>
              <a:gd name="connsiteX2" fmla="*/ 7467600 w 7647308"/>
              <a:gd name="connsiteY2" fmla="*/ 691086 h 691086"/>
              <a:gd name="connsiteX3" fmla="*/ 0 w 7647308"/>
              <a:gd name="connsiteY3" fmla="*/ 478435 h 691086"/>
              <a:gd name="connsiteX4" fmla="*/ 0 w 7647308"/>
              <a:gd name="connsiteY4" fmla="*/ 5286 h 691086"/>
              <a:gd name="connsiteX0" fmla="*/ 0 w 7647308"/>
              <a:gd name="connsiteY0" fmla="*/ 5286 h 478435"/>
              <a:gd name="connsiteX1" fmla="*/ 7647308 w 7647308"/>
              <a:gd name="connsiteY1" fmla="*/ 0 h 478435"/>
              <a:gd name="connsiteX2" fmla="*/ 7520763 w 7647308"/>
              <a:gd name="connsiteY2" fmla="*/ 467802 h 478435"/>
              <a:gd name="connsiteX3" fmla="*/ 0 w 7647308"/>
              <a:gd name="connsiteY3" fmla="*/ 478435 h 478435"/>
              <a:gd name="connsiteX4" fmla="*/ 0 w 7647308"/>
              <a:gd name="connsiteY4" fmla="*/ 5286 h 47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47308" h="478435">
                <a:moveTo>
                  <a:pt x="0" y="5286"/>
                </a:moveTo>
                <a:lnTo>
                  <a:pt x="7647308" y="0"/>
                </a:lnTo>
                <a:lnTo>
                  <a:pt x="7520763" y="467802"/>
                </a:lnTo>
                <a:lnTo>
                  <a:pt x="0" y="478435"/>
                </a:lnTo>
                <a:lnTo>
                  <a:pt x="0" y="5286"/>
                </a:lnTo>
                <a:close/>
              </a:path>
            </a:pathLst>
          </a:custGeom>
          <a:solidFill>
            <a:srgbClr val="1F35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CF0A2C"/>
              </a:solidFill>
            </a:endParaRPr>
          </a:p>
        </p:txBody>
      </p:sp>
      <p:pic>
        <p:nvPicPr>
          <p:cNvPr id="10242" name="Picture 2" descr="C:\Users\tjernigan\Desktop\KUMC_ppt_template\ku red confett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72" y="5317"/>
            <a:ext cx="495300" cy="131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:\PMP\Printing\EPS Files\Med Center Logos NEW\KUMC Logos\KUMC\MedCntr_1C_UnitHorz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181" y="6125323"/>
            <a:ext cx="1563665" cy="42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 rot="900000" flipV="1">
            <a:off x="760610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 rot="900000" flipV="1">
            <a:off x="944306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900000" flipV="1">
            <a:off x="1128002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rot="900000" flipV="1">
            <a:off x="1311698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rot="900000" flipV="1">
            <a:off x="1495393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rot="900000" flipV="1">
            <a:off x="1679089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 rot="900000" flipV="1">
            <a:off x="1862785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 rot="900000" flipV="1">
            <a:off x="2046481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rot="900000" flipV="1">
            <a:off x="2230177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900000" flipV="1">
            <a:off x="2413873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rot="900000" flipV="1">
            <a:off x="2597568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 rot="900000" flipV="1">
            <a:off x="2964960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 userDrawn="1"/>
        </p:nvCxnSpPr>
        <p:spPr>
          <a:xfrm rot="900000" flipV="1">
            <a:off x="3332352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 rot="900000" flipV="1">
            <a:off x="3883439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 rot="900000" flipV="1">
            <a:off x="4067135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 rot="900000" flipV="1">
            <a:off x="4250831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 rot="900000" flipV="1">
            <a:off x="4434527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>
          <a:xfrm rot="900000" flipV="1">
            <a:off x="4618223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 rot="900000" flipV="1">
            <a:off x="4801918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 userDrawn="1"/>
        </p:nvCxnSpPr>
        <p:spPr>
          <a:xfrm rot="900000" flipV="1">
            <a:off x="4985614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 rot="900000" flipV="1">
            <a:off x="5169310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 userDrawn="1"/>
        </p:nvCxnSpPr>
        <p:spPr>
          <a:xfrm rot="900000" flipV="1">
            <a:off x="5353006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 rot="900000" flipV="1">
            <a:off x="5536702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 userDrawn="1"/>
        </p:nvCxnSpPr>
        <p:spPr>
          <a:xfrm rot="900000" flipV="1">
            <a:off x="5720398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 userDrawn="1"/>
        </p:nvCxnSpPr>
        <p:spPr>
          <a:xfrm rot="900000" flipV="1">
            <a:off x="5904105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 userDrawn="1"/>
        </p:nvCxnSpPr>
        <p:spPr>
          <a:xfrm rot="900000" flipV="1">
            <a:off x="2781264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 userDrawn="1"/>
        </p:nvCxnSpPr>
        <p:spPr>
          <a:xfrm rot="900000" flipV="1">
            <a:off x="3148656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 userDrawn="1"/>
        </p:nvCxnSpPr>
        <p:spPr>
          <a:xfrm rot="900000" flipV="1">
            <a:off x="3516048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 userDrawn="1"/>
        </p:nvCxnSpPr>
        <p:spPr>
          <a:xfrm rot="900000" flipV="1">
            <a:off x="3699743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19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7D71C1-C074-9CF0-E548-553475C8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27FEC-EFF3-6C1F-0685-C96526543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1B4F1-33E1-FAFD-3209-DBB652523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8F95B-D281-E144-889C-397FA1A0620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9464C-A367-3E4F-8E19-882607E2E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E74DA-F327-B0D4-ABB7-FBB56216F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omim.org/entry/620085" TargetMode="External"/><Relationship Id="rId5" Type="http://schemas.openxmlformats.org/officeDocument/2006/relationships/hyperlink" Target="https://www.omim.org/entry/616500" TargetMode="Externa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0234" y="2875002"/>
            <a:ext cx="105315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Spatial Proteomics Analysis</a:t>
            </a:r>
            <a:endParaRPr lang="en-US" sz="6600" b="1" i="1" dirty="0">
              <a:solidFill>
                <a:srgbClr val="FFFFFF"/>
              </a:solidFill>
              <a:latin typeface="Arial" panose="020B0604020202020204" pitchFamily="34" charset="0"/>
              <a:ea typeface="Chronicle Display Light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6028" y="4965522"/>
            <a:ext cx="3412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charset="0"/>
                <a:ea typeface="Gotham Medium" charset="0"/>
                <a:cs typeface="Gotham Medium" charset="0"/>
              </a:rPr>
              <a:t>Olivia Rippee</a:t>
            </a:r>
          </a:p>
          <a:p>
            <a:r>
              <a:rPr lang="en-US" sz="2400" b="1" dirty="0">
                <a:latin typeface="Arial" charset="0"/>
                <a:ea typeface="Gotham Medium" charset="0"/>
                <a:cs typeface="Gotham Medium" charset="0"/>
              </a:rPr>
              <a:t>Final Presentation</a:t>
            </a:r>
          </a:p>
          <a:p>
            <a:r>
              <a:rPr lang="en-US" sz="2400" b="1" dirty="0">
                <a:latin typeface="Arial" charset="0"/>
                <a:ea typeface="Gotham Medium" charset="0"/>
                <a:cs typeface="Gotham Medium" charset="0"/>
              </a:rPr>
              <a:t>May 6, 2024</a:t>
            </a:r>
          </a:p>
        </p:txBody>
      </p:sp>
    </p:spTree>
    <p:extLst>
      <p:ext uri="{BB962C8B-B14F-4D97-AF65-F5344CB8AC3E}">
        <p14:creationId xmlns:p14="http://schemas.microsoft.com/office/powerpoint/2010/main" val="91006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Purpose of Spatial Proteomics</a:t>
            </a:r>
            <a:endParaRPr lang="en-US" sz="2800" dirty="0">
              <a:solidFill>
                <a:srgbClr val="FFFFFF"/>
              </a:solidFill>
              <a:latin typeface="Tw Cen MT" panose="020B0602020104020603" pitchFamily="34" charset="77"/>
              <a:ea typeface="Gotham" charset="0"/>
              <a:cs typeface="Gotham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FD06B-7AC2-45D9-C720-AF9F69E54D37}"/>
              </a:ext>
            </a:extLst>
          </p:cNvPr>
          <p:cNvSpPr txBox="1"/>
          <p:nvPr/>
        </p:nvSpPr>
        <p:spPr>
          <a:xfrm>
            <a:off x="736283" y="1306285"/>
            <a:ext cx="6266859" cy="474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b="1" dirty="0"/>
              <a:t>Proteomics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study of the interactions, function, composition, and structures of proteins and their cellular activities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Unlike DNA/chromosome, the proteome changes depending on the tissue type, cell type, and cell activity</a:t>
            </a:r>
          </a:p>
          <a:p>
            <a:pPr>
              <a:lnSpc>
                <a:spcPct val="130000"/>
              </a:lnSpc>
            </a:pPr>
            <a:endParaRPr lang="en-US" dirty="0"/>
          </a:p>
          <a:p>
            <a:pPr>
              <a:lnSpc>
                <a:spcPct val="130000"/>
              </a:lnSpc>
            </a:pPr>
            <a:r>
              <a:rPr lang="en-US" b="1" dirty="0"/>
              <a:t>Spatial proteomics</a:t>
            </a:r>
            <a:endParaRPr lang="en-US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Quantify and locate proteins within a cell and subcellular structures (organelles)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Better understanding of protein function</a:t>
            </a:r>
          </a:p>
          <a:p>
            <a:pPr>
              <a:lnSpc>
                <a:spcPct val="130000"/>
              </a:lnSpc>
            </a:pPr>
            <a:endParaRPr lang="en-US" dirty="0"/>
          </a:p>
          <a:p>
            <a:pPr>
              <a:lnSpc>
                <a:spcPct val="130000"/>
              </a:lnSpc>
            </a:pPr>
            <a:r>
              <a:rPr lang="en-US" b="1" dirty="0"/>
              <a:t>Health Applications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Locate problems in protein transport associated with diseases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Integrate knowledge of fundamental biology with disease</a:t>
            </a:r>
          </a:p>
        </p:txBody>
      </p:sp>
      <p:pic>
        <p:nvPicPr>
          <p:cNvPr id="5" name="Picture 4" descr="A colorfully painted surface&#10;&#10;Description automatically generated with medium confidence">
            <a:extLst>
              <a:ext uri="{FF2B5EF4-FFF2-40B4-BE49-F238E27FC236}">
                <a16:creationId xmlns:a16="http://schemas.microsoft.com/office/drawing/2014/main" id="{15741C3F-AFC0-E98B-7E25-409D670FC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549" y="1111497"/>
            <a:ext cx="3851060" cy="2832170"/>
          </a:xfrm>
          <a:prstGeom prst="rect">
            <a:avLst/>
          </a:prstGeom>
        </p:spPr>
      </p:pic>
      <p:pic>
        <p:nvPicPr>
          <p:cNvPr id="8" name="Picture 7" descr="A poster with text and images of bacteria&#10;&#10;Description automatically generated with medium confidence">
            <a:extLst>
              <a:ext uri="{FF2B5EF4-FFF2-40B4-BE49-F238E27FC236}">
                <a16:creationId xmlns:a16="http://schemas.microsoft.com/office/drawing/2014/main" id="{B7CC7CDF-385A-4469-E5E9-F8DBCEE36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135" y="4221561"/>
            <a:ext cx="4109888" cy="252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7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Spatial Proteomics Tools and Datasets in 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FD06B-7AC2-45D9-C720-AF9F69E54D37}"/>
              </a:ext>
            </a:extLst>
          </p:cNvPr>
          <p:cNvSpPr txBox="1"/>
          <p:nvPr/>
        </p:nvSpPr>
        <p:spPr>
          <a:xfrm>
            <a:off x="670970" y="1364341"/>
            <a:ext cx="10846116" cy="366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dirty="0" err="1"/>
              <a:t>pRoloc</a:t>
            </a:r>
            <a:r>
              <a:rPr lang="en-US" sz="2000" dirty="0"/>
              <a:t>/</a:t>
            </a:r>
            <a:r>
              <a:rPr lang="en-US" sz="2000" dirty="0" err="1"/>
              <a:t>pRolocGUI</a:t>
            </a:r>
            <a:r>
              <a:rPr lang="en-US" sz="2000" dirty="0"/>
              <a:t>/</a:t>
            </a:r>
            <a:r>
              <a:rPr lang="en-US" sz="2000" dirty="0" err="1"/>
              <a:t>pRolocdata</a:t>
            </a:r>
            <a:r>
              <a:rPr lang="en-US" sz="2000" dirty="0"/>
              <a:t> package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https://www.bioconductor.org/packages/release/bioc/html/pRoloc.html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https://bioconductor.org/packages/release/bioc/vignettes/pRolocGUI/inst/doc/pRolocGUI.html</a:t>
            </a:r>
          </a:p>
          <a:p>
            <a:pPr>
              <a:lnSpc>
                <a:spcPct val="130000"/>
              </a:lnSpc>
            </a:pP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 err="1"/>
              <a:t>RforProteomics</a:t>
            </a:r>
            <a:r>
              <a:rPr lang="en-US" sz="2000" dirty="0"/>
              <a:t> package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https://bioconductor.org/packages/release/data/experiment/html/RforProteomics.html</a:t>
            </a:r>
          </a:p>
          <a:p>
            <a:pPr>
              <a:lnSpc>
                <a:spcPct val="130000"/>
              </a:lnSpc>
            </a:pP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/>
              <a:t>Data sets: hyperLOPIT2015, hyperLOPIT2015ms3r1, hyperLOPIT2015ms3r2, lopitdcU2OS2018 (</a:t>
            </a:r>
            <a:r>
              <a:rPr lang="en-US" sz="2000" dirty="0" err="1"/>
              <a:t>Msnbase</a:t>
            </a:r>
            <a:r>
              <a:rPr lang="en-US" sz="2000" dirty="0"/>
              <a:t> package)</a:t>
            </a:r>
          </a:p>
        </p:txBody>
      </p:sp>
    </p:spTree>
    <p:extLst>
      <p:ext uri="{BB962C8B-B14F-4D97-AF65-F5344CB8AC3E}">
        <p14:creationId xmlns:p14="http://schemas.microsoft.com/office/powerpoint/2010/main" val="2081671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Dimension Reduction - PCA</a:t>
            </a:r>
          </a:p>
        </p:txBody>
      </p:sp>
      <p:pic>
        <p:nvPicPr>
          <p:cNvPr id="6" name="Picture 5" descr="A graph of a number of objects&#10;&#10;Description automatically generated">
            <a:extLst>
              <a:ext uri="{FF2B5EF4-FFF2-40B4-BE49-F238E27FC236}">
                <a16:creationId xmlns:a16="http://schemas.microsoft.com/office/drawing/2014/main" id="{5AA1AFB4-5F9B-802F-EFF5-B7EBBD68C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676" y="1179889"/>
            <a:ext cx="5749920" cy="52700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7FB891-6498-6601-3398-227BCEB9432C}"/>
              </a:ext>
            </a:extLst>
          </p:cNvPr>
          <p:cNvSpPr txBox="1"/>
          <p:nvPr/>
        </p:nvSpPr>
        <p:spPr>
          <a:xfrm>
            <a:off x="6553343" y="2157818"/>
            <a:ext cx="4987494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First variable accounts for ~50% of variability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Second variable accounts for an additional ~25%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Third variable accounts for ~10%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~85% of variation accounted for by 3 variables. Simpler model!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946C10-97D9-1D18-4F44-FC9C37800079}"/>
              </a:ext>
            </a:extLst>
          </p:cNvPr>
          <p:cNvCxnSpPr>
            <a:cxnSpLocks/>
          </p:cNvCxnSpPr>
          <p:nvPr/>
        </p:nvCxnSpPr>
        <p:spPr>
          <a:xfrm flipH="1">
            <a:off x="1943649" y="1836745"/>
            <a:ext cx="4670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FB676B-AE97-F712-337D-02625C7A9A4F}"/>
              </a:ext>
            </a:extLst>
          </p:cNvPr>
          <p:cNvCxnSpPr>
            <a:cxnSpLocks/>
          </p:cNvCxnSpPr>
          <p:nvPr/>
        </p:nvCxnSpPr>
        <p:spPr>
          <a:xfrm flipH="1">
            <a:off x="2022765" y="3714036"/>
            <a:ext cx="5818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7A6215-C3EC-C66A-C1E3-2A992249067C}"/>
              </a:ext>
            </a:extLst>
          </p:cNvPr>
          <p:cNvCxnSpPr>
            <a:cxnSpLocks/>
          </p:cNvCxnSpPr>
          <p:nvPr/>
        </p:nvCxnSpPr>
        <p:spPr>
          <a:xfrm flipH="1">
            <a:off x="2036619" y="4926310"/>
            <a:ext cx="7787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09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Spatial Map and Profile Plot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2FC12E-F838-982E-1B1C-CBE8DAD53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47" y="1669352"/>
            <a:ext cx="1863926" cy="4309782"/>
          </a:xfrm>
          <a:prstGeom prst="rect">
            <a:avLst/>
          </a:prstGeom>
        </p:spPr>
      </p:pic>
      <p:pic>
        <p:nvPicPr>
          <p:cNvPr id="10" name="Picture 9" descr="A graph showing different colored lines&#10;&#10;Description automatically generated">
            <a:extLst>
              <a:ext uri="{FF2B5EF4-FFF2-40B4-BE49-F238E27FC236}">
                <a16:creationId xmlns:a16="http://schemas.microsoft.com/office/drawing/2014/main" id="{6346ED54-B29D-C63C-08B5-17358D050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28" y="2227720"/>
            <a:ext cx="4810653" cy="2813281"/>
          </a:xfrm>
          <a:prstGeom prst="rect">
            <a:avLst/>
          </a:prstGeom>
        </p:spPr>
      </p:pic>
      <p:pic>
        <p:nvPicPr>
          <p:cNvPr id="12" name="Picture 11" descr="A group of colorful dots&#10;&#10;Description automatically generated">
            <a:extLst>
              <a:ext uri="{FF2B5EF4-FFF2-40B4-BE49-F238E27FC236}">
                <a16:creationId xmlns:a16="http://schemas.microsoft.com/office/drawing/2014/main" id="{09845939-014B-A7A4-36E8-9B08A7E2E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1929" y="1860609"/>
            <a:ext cx="4610643" cy="3547502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25204E3A-1588-BD22-C71E-C5EDAB105DB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5145755"/>
                  </p:ext>
                </p:extLst>
              </p:nvPr>
            </p:nvGraphicFramePr>
            <p:xfrm>
              <a:off x="-3707201" y="1804834"/>
              <a:ext cx="3048000" cy="1714500"/>
            </p:xfrm>
            <a:graphic>
              <a:graphicData uri="http://schemas.microsoft.com/office/powerpoint/2016/slidezoom">
                <pslz:sldZm>
                  <pslz:sldZmObj sldId="278" cId="2934093029">
                    <pslz:zmPr id="{F2CE966E-78B2-4793-BEFA-60017D0EEB8C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25204E3A-1588-BD22-C71E-C5EDAB105DB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707201" y="1804834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624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Comparison: Spatial Maps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8B79F4-4DFB-5CB1-13FF-BA45FC733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47" y="1669352"/>
            <a:ext cx="1863926" cy="4309782"/>
          </a:xfrm>
          <a:prstGeom prst="rect">
            <a:avLst/>
          </a:prstGeom>
        </p:spPr>
      </p:pic>
      <p:pic>
        <p:nvPicPr>
          <p:cNvPr id="7" name="Picture 6" descr="A group of dots with numbers&#10;&#10;Description automatically generated with medium confidence">
            <a:extLst>
              <a:ext uri="{FF2B5EF4-FFF2-40B4-BE49-F238E27FC236}">
                <a16:creationId xmlns:a16="http://schemas.microsoft.com/office/drawing/2014/main" id="{D05F981C-65FC-EF2C-4CA5-121E08474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423" y="1759669"/>
            <a:ext cx="7957157" cy="412914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FF4B9AB-50CC-97DC-961F-AD49A71FFF11}"/>
              </a:ext>
            </a:extLst>
          </p:cNvPr>
          <p:cNvSpPr/>
          <p:nvPr/>
        </p:nvSpPr>
        <p:spPr>
          <a:xfrm>
            <a:off x="8713694" y="3334872"/>
            <a:ext cx="1398495" cy="112955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E862F4-E8A5-541C-6AB6-26A797238D8C}"/>
              </a:ext>
            </a:extLst>
          </p:cNvPr>
          <p:cNvSpPr/>
          <p:nvPr/>
        </p:nvSpPr>
        <p:spPr>
          <a:xfrm>
            <a:off x="3637429" y="3072654"/>
            <a:ext cx="1499347" cy="17413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2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Comparison: Profile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51EB5A-F9BB-C10D-CD1E-E9C385B59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47" y="1669352"/>
            <a:ext cx="1863926" cy="4309782"/>
          </a:xfrm>
          <a:prstGeom prst="rect">
            <a:avLst/>
          </a:prstGeom>
        </p:spPr>
      </p:pic>
      <p:pic>
        <p:nvPicPr>
          <p:cNvPr id="6" name="Picture 5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12E2FA91-4784-29BA-7A68-1FAD6A235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420" y="1135552"/>
            <a:ext cx="6562674" cy="519922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C61C0A-19BB-A2BD-3314-AC6FADF4FE68}"/>
              </a:ext>
            </a:extLst>
          </p:cNvPr>
          <p:cNvCxnSpPr>
            <a:cxnSpLocks/>
          </p:cNvCxnSpPr>
          <p:nvPr/>
        </p:nvCxnSpPr>
        <p:spPr>
          <a:xfrm flipH="1">
            <a:off x="3496235" y="2480982"/>
            <a:ext cx="51569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723BCF-98E4-935C-D03C-67EB19F846BC}"/>
              </a:ext>
            </a:extLst>
          </p:cNvPr>
          <p:cNvCxnSpPr>
            <a:cxnSpLocks/>
          </p:cNvCxnSpPr>
          <p:nvPr/>
        </p:nvCxnSpPr>
        <p:spPr>
          <a:xfrm flipH="1">
            <a:off x="3517526" y="5134534"/>
            <a:ext cx="51569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70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Location Correlation Heatmap</a:t>
            </a:r>
          </a:p>
        </p:txBody>
      </p:sp>
      <p:pic>
        <p:nvPicPr>
          <p:cNvPr id="4" name="Picture 3" descr="A red and blue squares with black text&#10;&#10;Description automatically generated">
            <a:extLst>
              <a:ext uri="{FF2B5EF4-FFF2-40B4-BE49-F238E27FC236}">
                <a16:creationId xmlns:a16="http://schemas.microsoft.com/office/drawing/2014/main" id="{8E87DC29-0A10-7038-5172-853A4B83E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813" y="939230"/>
            <a:ext cx="7686218" cy="591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9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Protein vs Location Heatmap</a:t>
            </a:r>
          </a:p>
        </p:txBody>
      </p:sp>
      <p:pic>
        <p:nvPicPr>
          <p:cNvPr id="4" name="Picture 3" descr="A diagram of a sample&#10;&#10;Description automatically generated with medium confidence">
            <a:extLst>
              <a:ext uri="{FF2B5EF4-FFF2-40B4-BE49-F238E27FC236}">
                <a16:creationId xmlns:a16="http://schemas.microsoft.com/office/drawing/2014/main" id="{78EA1CAB-F72C-12BF-8ACD-CB3CE1570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561" y="952346"/>
            <a:ext cx="8455823" cy="590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3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Subcellular Location Hierarchical Clustering</a:t>
            </a:r>
          </a:p>
        </p:txBody>
      </p:sp>
      <p:pic>
        <p:nvPicPr>
          <p:cNvPr id="4" name="Picture 3" descr="A diagram of a structure&#10;&#10;Description automatically generated">
            <a:extLst>
              <a:ext uri="{FF2B5EF4-FFF2-40B4-BE49-F238E27FC236}">
                <a16:creationId xmlns:a16="http://schemas.microsoft.com/office/drawing/2014/main" id="{AD431C2A-3C2C-AABB-94CD-43AFCFCED2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49" b="10088"/>
          <a:stretch/>
        </p:blipFill>
        <p:spPr>
          <a:xfrm>
            <a:off x="1604899" y="995082"/>
            <a:ext cx="8494288" cy="535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783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5170825-5E60-62BB-5CE2-6D8A2CE44021}"/>
              </a:ext>
            </a:extLst>
          </p:cNvPr>
          <p:cNvSpPr/>
          <p:nvPr/>
        </p:nvSpPr>
        <p:spPr>
          <a:xfrm>
            <a:off x="10086109" y="5934273"/>
            <a:ext cx="1745673" cy="819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Differential Protein Abundance</a:t>
            </a:r>
          </a:p>
        </p:txBody>
      </p:sp>
      <p:pic>
        <p:nvPicPr>
          <p:cNvPr id="5" name="Picture 4" descr="A close-up of a graph&#10;&#10;Description automatically generated">
            <a:extLst>
              <a:ext uri="{FF2B5EF4-FFF2-40B4-BE49-F238E27FC236}">
                <a16:creationId xmlns:a16="http://schemas.microsoft.com/office/drawing/2014/main" id="{36EF9EBB-4579-29FE-56FA-FD8DD0F87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98" y="984619"/>
            <a:ext cx="6410464" cy="5873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AEACC2-6DCB-BDE8-52E7-DA2C3E7093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53" b="46967"/>
          <a:stretch/>
        </p:blipFill>
        <p:spPr>
          <a:xfrm>
            <a:off x="6096000" y="1270369"/>
            <a:ext cx="5921829" cy="1938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BAA462-4FA6-9E35-F249-980B415F3D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886" t="-1" r="1322" b="50198"/>
          <a:stretch/>
        </p:blipFill>
        <p:spPr>
          <a:xfrm>
            <a:off x="10636332" y="1561765"/>
            <a:ext cx="775062" cy="4075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6C090C-11FC-1EAD-5F55-07CA4C635A08}"/>
              </a:ext>
            </a:extLst>
          </p:cNvPr>
          <p:cNvSpPr txBox="1"/>
          <p:nvPr/>
        </p:nvSpPr>
        <p:spPr>
          <a:xfrm>
            <a:off x="7173062" y="1969338"/>
            <a:ext cx="4713540" cy="4493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/>
              <a:t>Example 1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Protein/gene</a:t>
            </a:r>
            <a:r>
              <a:rPr lang="en-US" sz="1600" dirty="0"/>
              <a:t>: Q99M07 = Coa5 [</a:t>
            </a:r>
            <a:r>
              <a:rPr lang="en-US" sz="1600" dirty="0" err="1"/>
              <a:t>Uniprot</a:t>
            </a:r>
            <a:r>
              <a:rPr lang="en-US" sz="1600" dirty="0"/>
              <a:t>]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Function</a:t>
            </a:r>
            <a:r>
              <a:rPr lang="en-US" sz="1600" dirty="0"/>
              <a:t>: involved in an early step of the mitochondrial complex IV assembly process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Disease</a:t>
            </a:r>
            <a:r>
              <a:rPr lang="en-US" sz="1600" dirty="0"/>
              <a:t>: Mitochondrial complex IV deficiency (MC4DN9; </a:t>
            </a:r>
            <a:r>
              <a:rPr lang="en-US" sz="1600" dirty="0">
                <a:hlinkClick r:id="rId5"/>
              </a:rPr>
              <a:t>616500</a:t>
            </a:r>
            <a:r>
              <a:rPr lang="en-US" sz="1600" dirty="0"/>
              <a:t>) </a:t>
            </a: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b="1" dirty="0"/>
              <a:t>fatal infantile </a:t>
            </a:r>
            <a:r>
              <a:rPr lang="en-US" sz="1600" b="1" dirty="0" err="1"/>
              <a:t>cardioencephalomyopathy</a:t>
            </a:r>
            <a:r>
              <a:rPr lang="en-US" sz="1600" dirty="0"/>
              <a:t> [OMIM]</a:t>
            </a:r>
            <a:endParaRPr lang="en-US" sz="1600" b="1" dirty="0"/>
          </a:p>
          <a:p>
            <a:pPr>
              <a:lnSpc>
                <a:spcPct val="125000"/>
              </a:lnSpc>
            </a:pPr>
            <a:endParaRPr lang="en-US" dirty="0"/>
          </a:p>
          <a:p>
            <a:pPr>
              <a:lnSpc>
                <a:spcPct val="125000"/>
              </a:lnSpc>
            </a:pPr>
            <a:r>
              <a:rPr lang="en-US" b="1" dirty="0"/>
              <a:t>Example 2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Protein/gene</a:t>
            </a:r>
            <a:r>
              <a:rPr lang="en-US" sz="1600" dirty="0"/>
              <a:t>: P56480 = Atp5f1b [</a:t>
            </a:r>
            <a:r>
              <a:rPr lang="en-US" sz="1600" dirty="0" err="1"/>
              <a:t>Uniprot</a:t>
            </a:r>
            <a:r>
              <a:rPr lang="en-US" sz="1600" dirty="0"/>
              <a:t>]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Function</a:t>
            </a:r>
            <a:r>
              <a:rPr lang="en-US" sz="1600" dirty="0"/>
              <a:t>: Mitochondrial membrane ATP synthase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Disease</a:t>
            </a:r>
            <a:r>
              <a:rPr lang="en-US" sz="1600" dirty="0"/>
              <a:t>: uncoupled mitochondrial oxidative phosphorylation-2 (HUMOP2; </a:t>
            </a:r>
            <a:r>
              <a:rPr lang="en-US" sz="1600" dirty="0">
                <a:hlinkClick r:id="rId6"/>
              </a:rPr>
              <a:t>620085</a:t>
            </a:r>
            <a:r>
              <a:rPr lang="en-US" sz="1600" dirty="0"/>
              <a:t>) </a:t>
            </a: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b="1" dirty="0"/>
              <a:t>hypermetabolism</a:t>
            </a:r>
            <a:r>
              <a:rPr lang="en-US" sz="1600" dirty="0"/>
              <a:t> [OMIM]</a:t>
            </a:r>
            <a:endParaRPr lang="en-US" sz="1600" b="1" u="sng" dirty="0"/>
          </a:p>
        </p:txBody>
      </p:sp>
    </p:spTree>
    <p:extLst>
      <p:ext uri="{BB962C8B-B14F-4D97-AF65-F5344CB8AC3E}">
        <p14:creationId xmlns:p14="http://schemas.microsoft.com/office/powerpoint/2010/main" val="387905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References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AD3F55C-17B2-7407-4305-F11A2C29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12" y="1140539"/>
            <a:ext cx="10956788" cy="52475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dirty="0"/>
              <a:t>Al-</a:t>
            </a:r>
            <a:r>
              <a:rPr lang="en-US" sz="1100" dirty="0" err="1"/>
              <a:t>Amrani</a:t>
            </a:r>
            <a:r>
              <a:rPr lang="en-US" sz="1100" dirty="0"/>
              <a:t> S, Al-Jabri Z, Al-Zaabi A, </a:t>
            </a:r>
            <a:r>
              <a:rPr lang="en-US" sz="1100" dirty="0" err="1"/>
              <a:t>Alshekaili</a:t>
            </a:r>
            <a:r>
              <a:rPr lang="en-US" sz="1100" dirty="0"/>
              <a:t> J, Al-</a:t>
            </a:r>
            <a:r>
              <a:rPr lang="en-US" sz="1100" dirty="0" err="1"/>
              <a:t>Khabori</a:t>
            </a:r>
            <a:r>
              <a:rPr lang="en-US" sz="1100" dirty="0"/>
              <a:t> M. Proteomics: Concepts and applications in human medicine. World J Biol Chem. 2021 Sep 27;12(5):57-69. </a:t>
            </a:r>
            <a:r>
              <a:rPr lang="en-US" sz="1100" dirty="0" err="1"/>
              <a:t>doi</a:t>
            </a:r>
            <a:r>
              <a:rPr lang="en-US" sz="1100" dirty="0"/>
              <a:t>: 10.4331/wjbc.v12.i5.57. PMID: 34630910; PMCID: PMC8473418.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pRoloc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L,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LM,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Wieczorek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S, Burger T, Lilley KS. Mass-spectrometry-based spatial proteomics data analysis using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pRoloc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and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pRolocdata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 Bioinformatics. 2014 May 1;30(9):1322-4. doi:10.1093/bioinformatics/btu013.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Epub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2014 Jan 11. PubMed PMID: 24413670; PubMed Central PMCID: PMC3998135.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LM,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L,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Christoforou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A, Groen AJ, Lilley KS, Trotter MW. The effect of organelle discovery upon sub-cellular protein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localisation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 J Proteomics. 2013 Mar 21.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doi:pii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 S1874-3919(13)00094-8. 10.1016/j.jprot.2013.02.019. PubMed PMID: 23523639.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L.,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L.M., Burger T, Nightingale D.J.H., Groen A.J., Campbell C., Mulvey C.M.,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Christoforou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A., Ferro M., Lilley K.S. 'A foundation for reliable spatial proteomics data analysis' Mol Cell Proteomics. 2014 May 20.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LM, Holden SB,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Wojnar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D, Mulvey CM,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Christoforou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A, Groen A, Trotter MW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Kohlbacher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O, Lilley KS,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L. Learning from Heterogeneous Data Sources: An Application in Spatial Proteomics.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PLoS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Comput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Biol. 2016 May 13;12(5):e1004920.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doi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 10.1371/journal.pcbi.1004920.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LM, Mulvey CM, Lilley KS and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L. A Bioconductor workflow for processing and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analysing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spatial proteomics data. [version 2; peer review: 2 approved]. F1000Research 2018, 5:2926 (https://doi.org/10.12688/f1000research.10411.2)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Crook OM,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LM, Lilley KS, Kirk PWD,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L. A Bioconductor workflow for the Bayesian analysis of spatial proteomics [version 1; peer review: awaiting peer review]. F1000Research 2019, 8:446 (https://doi.org/10.12688/f1000research.18636.1)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MSnbase</a:t>
            </a:r>
            <a:r>
              <a:rPr lang="en-US" altLang="en-US" sz="1100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Laurent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and Kathryn S. Lilley.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MSnbase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an R/Bioconductor package for isobaric tagged mass spectrometry data visualization, processing and quantitation. Bioinformatics 28, 288-289 (2012).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Laurent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Sebastien Gibb and Johannes Rainer.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MSnbase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efficient and elegant R-based processing and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visualisation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of raw mass spectrometry data.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bioRxiv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2020.04.29.067868; </a:t>
            </a:r>
            <a:r>
              <a:rPr kumimoji="0" lang="en-US" altLang="en-US" sz="11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doi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 https://doi.org/10.1101/2020.04.29.067868 (2020).</a:t>
            </a:r>
            <a:r>
              <a:rPr kumimoji="0" lang="en-US" altLang="en-US" sz="11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7111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10835</TotalTime>
  <Words>813</Words>
  <Application>Microsoft Office PowerPoint</Application>
  <PresentationFormat>Widescreen</PresentationFormat>
  <Paragraphs>81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Tw Cen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Myers</dc:creator>
  <cp:lastModifiedBy>Olivia Rippee</cp:lastModifiedBy>
  <cp:revision>21</cp:revision>
  <dcterms:created xsi:type="dcterms:W3CDTF">2023-01-03T21:47:07Z</dcterms:created>
  <dcterms:modified xsi:type="dcterms:W3CDTF">2025-01-08T19:45:12Z</dcterms:modified>
</cp:coreProperties>
</file>